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6848522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91A83-EFDC-46C1-A5F3-8834184206FA}" v="70" dt="2025-11-19T01:54:20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ppe, Miguel (GJX)" userId="8b114fcc-1135-489e-a0e5-f54a9e5ba1a5" providerId="ADAL" clId="{BA24B878-C0A2-47E7-AD15-06D3AF45CF89}"/>
    <pc:docChg chg="undo custSel modSld">
      <pc:chgData name="Rippe, Miguel (GJX)" userId="8b114fcc-1135-489e-a0e5-f54a9e5ba1a5" providerId="ADAL" clId="{BA24B878-C0A2-47E7-AD15-06D3AF45CF89}" dt="2025-11-19T01:54:20.692" v="265" actId="1076"/>
      <pc:docMkLst>
        <pc:docMk/>
      </pc:docMkLst>
      <pc:sldChg chg="addSp delSp modSp mod">
        <pc:chgData name="Rippe, Miguel (GJX)" userId="8b114fcc-1135-489e-a0e5-f54a9e5ba1a5" providerId="ADAL" clId="{BA24B878-C0A2-47E7-AD15-06D3AF45CF89}" dt="2025-11-19T01:54:20.692" v="265" actId="1076"/>
        <pc:sldMkLst>
          <pc:docMk/>
          <pc:sldMk cId="3414752223" sldId="2146848522"/>
        </pc:sldMkLst>
        <pc:spChg chg="mod">
          <ac:chgData name="Rippe, Miguel (GJX)" userId="8b114fcc-1135-489e-a0e5-f54a9e5ba1a5" providerId="ADAL" clId="{BA24B878-C0A2-47E7-AD15-06D3AF45CF89}" dt="2025-11-19T00:23:04.692" v="179" actId="20577"/>
          <ac:spMkLst>
            <pc:docMk/>
            <pc:sldMk cId="3414752223" sldId="2146848522"/>
            <ac:spMk id="15" creationId="{121389D0-E582-405E-B185-758EA3B1FC60}"/>
          </ac:spMkLst>
        </pc:spChg>
        <pc:spChg chg="mod">
          <ac:chgData name="Rippe, Miguel (GJX)" userId="8b114fcc-1135-489e-a0e5-f54a9e5ba1a5" providerId="ADAL" clId="{BA24B878-C0A2-47E7-AD15-06D3AF45CF89}" dt="2025-11-19T00:27:29.700" v="249" actId="1076"/>
          <ac:spMkLst>
            <pc:docMk/>
            <pc:sldMk cId="3414752223" sldId="2146848522"/>
            <ac:spMk id="25" creationId="{223B456E-1E65-C174-5473-E0A98600D410}"/>
          </ac:spMkLst>
        </pc:spChg>
        <pc:spChg chg="mod">
          <ac:chgData name="Rippe, Miguel (GJX)" userId="8b114fcc-1135-489e-a0e5-f54a9e5ba1a5" providerId="ADAL" clId="{BA24B878-C0A2-47E7-AD15-06D3AF45CF89}" dt="2025-11-18T21:06:10.466" v="148"/>
          <ac:spMkLst>
            <pc:docMk/>
            <pc:sldMk cId="3414752223" sldId="2146848522"/>
            <ac:spMk id="29" creationId="{1A174FA8-5D6B-2208-9854-9822257CD46B}"/>
          </ac:spMkLst>
        </pc:spChg>
        <pc:spChg chg="add mod">
          <ac:chgData name="Rippe, Miguel (GJX)" userId="8b114fcc-1135-489e-a0e5-f54a9e5ba1a5" providerId="ADAL" clId="{BA24B878-C0A2-47E7-AD15-06D3AF45CF89}" dt="2025-11-19T00:21:30.497" v="157"/>
          <ac:spMkLst>
            <pc:docMk/>
            <pc:sldMk cId="3414752223" sldId="2146848522"/>
            <ac:spMk id="30" creationId="{220D1E30-07DC-57D9-7BB5-B34677ACC090}"/>
          </ac:spMkLst>
        </pc:spChg>
        <pc:spChg chg="add mod">
          <ac:chgData name="Rippe, Miguel (GJX)" userId="8b114fcc-1135-489e-a0e5-f54a9e5ba1a5" providerId="ADAL" clId="{BA24B878-C0A2-47E7-AD15-06D3AF45CF89}" dt="2025-11-19T00:26:23.040" v="231" actId="1076"/>
          <ac:spMkLst>
            <pc:docMk/>
            <pc:sldMk cId="3414752223" sldId="2146848522"/>
            <ac:spMk id="32" creationId="{AFE73467-6ADA-FFD0-92A1-9597DB0E327F}"/>
          </ac:spMkLst>
        </pc:spChg>
        <pc:spChg chg="add mod">
          <ac:chgData name="Rippe, Miguel (GJX)" userId="8b114fcc-1135-489e-a0e5-f54a9e5ba1a5" providerId="ADAL" clId="{BA24B878-C0A2-47E7-AD15-06D3AF45CF89}" dt="2025-11-19T00:26:28.497" v="233" actId="14100"/>
          <ac:spMkLst>
            <pc:docMk/>
            <pc:sldMk cId="3414752223" sldId="2146848522"/>
            <ac:spMk id="33" creationId="{2B1B8B63-5181-FA77-AB75-09B996BD0CEF}"/>
          </ac:spMkLst>
        </pc:spChg>
        <pc:spChg chg="add mod">
          <ac:chgData name="Rippe, Miguel (GJX)" userId="8b114fcc-1135-489e-a0e5-f54a9e5ba1a5" providerId="ADAL" clId="{BA24B878-C0A2-47E7-AD15-06D3AF45CF89}" dt="2025-11-19T00:26:13.862" v="227" actId="1076"/>
          <ac:spMkLst>
            <pc:docMk/>
            <pc:sldMk cId="3414752223" sldId="2146848522"/>
            <ac:spMk id="34" creationId="{8729E996-BC45-8482-536C-CF84AB2E1FFD}"/>
          </ac:spMkLst>
        </pc:spChg>
        <pc:spChg chg="add mod">
          <ac:chgData name="Rippe, Miguel (GJX)" userId="8b114fcc-1135-489e-a0e5-f54a9e5ba1a5" providerId="ADAL" clId="{BA24B878-C0A2-47E7-AD15-06D3AF45CF89}" dt="2025-11-19T00:26:18.794" v="229" actId="1076"/>
          <ac:spMkLst>
            <pc:docMk/>
            <pc:sldMk cId="3414752223" sldId="2146848522"/>
            <ac:spMk id="38" creationId="{B946C977-7645-3CFD-DBAC-E27C1EB1313B}"/>
          </ac:spMkLst>
        </pc:spChg>
        <pc:spChg chg="mod">
          <ac:chgData name="Rippe, Miguel (GJX)" userId="8b114fcc-1135-489e-a0e5-f54a9e5ba1a5" providerId="ADAL" clId="{BA24B878-C0A2-47E7-AD15-06D3AF45CF89}" dt="2025-10-31T19:32:15.414" v="17" actId="20577"/>
          <ac:spMkLst>
            <pc:docMk/>
            <pc:sldMk cId="3414752223" sldId="2146848522"/>
            <ac:spMk id="49" creationId="{28EBCC1B-857C-D94C-EDC8-5382A3562708}"/>
          </ac:spMkLst>
        </pc:spChg>
        <pc:spChg chg="mod">
          <ac:chgData name="Rippe, Miguel (GJX)" userId="8b114fcc-1135-489e-a0e5-f54a9e5ba1a5" providerId="ADAL" clId="{BA24B878-C0A2-47E7-AD15-06D3AF45CF89}" dt="2025-11-01T18:30:30.307" v="38" actId="1076"/>
          <ac:spMkLst>
            <pc:docMk/>
            <pc:sldMk cId="3414752223" sldId="2146848522"/>
            <ac:spMk id="1039" creationId="{AAF40E40-F592-247A-6D43-48AACF88D5CC}"/>
          </ac:spMkLst>
        </pc:spChg>
        <pc:spChg chg="mod">
          <ac:chgData name="Rippe, Miguel (GJX)" userId="8b114fcc-1135-489e-a0e5-f54a9e5ba1a5" providerId="ADAL" clId="{BA24B878-C0A2-47E7-AD15-06D3AF45CF89}" dt="2025-11-18T21:05:36.954" v="136" actId="113"/>
          <ac:spMkLst>
            <pc:docMk/>
            <pc:sldMk cId="3414752223" sldId="2146848522"/>
            <ac:spMk id="1057" creationId="{12DBD251-2188-1BEE-A5C8-D703A280A9EF}"/>
          </ac:spMkLst>
        </pc:spChg>
        <pc:spChg chg="mod">
          <ac:chgData name="Rippe, Miguel (GJX)" userId="8b114fcc-1135-489e-a0e5-f54a9e5ba1a5" providerId="ADAL" clId="{BA24B878-C0A2-47E7-AD15-06D3AF45CF89}" dt="2025-11-18T21:05:28.296" v="135" actId="20577"/>
          <ac:spMkLst>
            <pc:docMk/>
            <pc:sldMk cId="3414752223" sldId="2146848522"/>
            <ac:spMk id="1062" creationId="{530E5FF5-D752-FD12-B031-BC2B911FC18D}"/>
          </ac:spMkLst>
        </pc:spChg>
        <pc:spChg chg="mod">
          <ac:chgData name="Rippe, Miguel (GJX)" userId="8b114fcc-1135-489e-a0e5-f54a9e5ba1a5" providerId="ADAL" clId="{BA24B878-C0A2-47E7-AD15-06D3AF45CF89}" dt="2025-11-11T02:18:22.625" v="63" actId="1076"/>
          <ac:spMkLst>
            <pc:docMk/>
            <pc:sldMk cId="3414752223" sldId="2146848522"/>
            <ac:spMk id="1109" creationId="{27555A9D-BA11-A923-A609-63DBF57658DF}"/>
          </ac:spMkLst>
        </pc:spChg>
        <pc:spChg chg="mod">
          <ac:chgData name="Rippe, Miguel (GJX)" userId="8b114fcc-1135-489e-a0e5-f54a9e5ba1a5" providerId="ADAL" clId="{BA24B878-C0A2-47E7-AD15-06D3AF45CF89}" dt="2025-11-19T00:26:06.430" v="225" actId="1076"/>
          <ac:spMkLst>
            <pc:docMk/>
            <pc:sldMk cId="3414752223" sldId="2146848522"/>
            <ac:spMk id="1132" creationId="{CD104911-2707-522A-3584-853C423C132B}"/>
          </ac:spMkLst>
        </pc:spChg>
        <pc:spChg chg="mod">
          <ac:chgData name="Rippe, Miguel (GJX)" userId="8b114fcc-1135-489e-a0e5-f54a9e5ba1a5" providerId="ADAL" clId="{BA24B878-C0A2-47E7-AD15-06D3AF45CF89}" dt="2025-11-19T00:26:52.925" v="236" actId="164"/>
          <ac:spMkLst>
            <pc:docMk/>
            <pc:sldMk cId="3414752223" sldId="2146848522"/>
            <ac:spMk id="1149" creationId="{A5F20C42-DADB-8709-4AB1-C0A8B560A9A5}"/>
          </ac:spMkLst>
        </pc:spChg>
        <pc:spChg chg="mod">
          <ac:chgData name="Rippe, Miguel (GJX)" userId="8b114fcc-1135-489e-a0e5-f54a9e5ba1a5" providerId="ADAL" clId="{BA24B878-C0A2-47E7-AD15-06D3AF45CF89}" dt="2025-11-19T00:26:43.330" v="235" actId="1076"/>
          <ac:spMkLst>
            <pc:docMk/>
            <pc:sldMk cId="3414752223" sldId="2146848522"/>
            <ac:spMk id="1150" creationId="{591AE8B0-7A4C-2BBA-67C4-F285F5A18EC1}"/>
          </ac:spMkLst>
        </pc:spChg>
        <pc:spChg chg="del mod">
          <ac:chgData name="Rippe, Miguel (GJX)" userId="8b114fcc-1135-489e-a0e5-f54a9e5ba1a5" providerId="ADAL" clId="{BA24B878-C0A2-47E7-AD15-06D3AF45CF89}" dt="2025-11-19T01:54:16.269" v="262" actId="478"/>
          <ac:spMkLst>
            <pc:docMk/>
            <pc:sldMk cId="3414752223" sldId="2146848522"/>
            <ac:spMk id="1152" creationId="{9406572E-C133-41FC-F974-31F078A674D1}"/>
          </ac:spMkLst>
        </pc:spChg>
        <pc:spChg chg="mod">
          <ac:chgData name="Rippe, Miguel (GJX)" userId="8b114fcc-1135-489e-a0e5-f54a9e5ba1a5" providerId="ADAL" clId="{BA24B878-C0A2-47E7-AD15-06D3AF45CF89}" dt="2025-11-19T00:27:04.699" v="238" actId="164"/>
          <ac:spMkLst>
            <pc:docMk/>
            <pc:sldMk cId="3414752223" sldId="2146848522"/>
            <ac:spMk id="1156" creationId="{75FEB889-E058-0E56-C1F8-C5ED475A529D}"/>
          </ac:spMkLst>
        </pc:spChg>
        <pc:spChg chg="mod">
          <ac:chgData name="Rippe, Miguel (GJX)" userId="8b114fcc-1135-489e-a0e5-f54a9e5ba1a5" providerId="ADAL" clId="{BA24B878-C0A2-47E7-AD15-06D3AF45CF89}" dt="2025-11-19T00:27:11.027" v="240" actId="164"/>
          <ac:spMkLst>
            <pc:docMk/>
            <pc:sldMk cId="3414752223" sldId="2146848522"/>
            <ac:spMk id="1158" creationId="{33E98CCD-AA64-5FE7-3880-07A4CE558887}"/>
          </ac:spMkLst>
        </pc:spChg>
        <pc:spChg chg="mod ord">
          <ac:chgData name="Rippe, Miguel (GJX)" userId="8b114fcc-1135-489e-a0e5-f54a9e5ba1a5" providerId="ADAL" clId="{BA24B878-C0A2-47E7-AD15-06D3AF45CF89}" dt="2025-11-19T00:27:44.197" v="255" actId="14100"/>
          <ac:spMkLst>
            <pc:docMk/>
            <pc:sldMk cId="3414752223" sldId="2146848522"/>
            <ac:spMk id="1159" creationId="{5D3B872F-D80E-2A36-8C40-61957639CDB9}"/>
          </ac:spMkLst>
        </pc:spChg>
        <pc:spChg chg="mod">
          <ac:chgData name="Rippe, Miguel (GJX)" userId="8b114fcc-1135-489e-a0e5-f54a9e5ba1a5" providerId="ADAL" clId="{BA24B878-C0A2-47E7-AD15-06D3AF45CF89}" dt="2025-11-18T21:03:08.718" v="91" actId="208"/>
          <ac:spMkLst>
            <pc:docMk/>
            <pc:sldMk cId="3414752223" sldId="2146848522"/>
            <ac:spMk id="1267" creationId="{93E2ABE6-B936-AA68-C696-9E942AE57D29}"/>
          </ac:spMkLst>
        </pc:spChg>
        <pc:spChg chg="mod">
          <ac:chgData name="Rippe, Miguel (GJX)" userId="8b114fcc-1135-489e-a0e5-f54a9e5ba1a5" providerId="ADAL" clId="{BA24B878-C0A2-47E7-AD15-06D3AF45CF89}" dt="2025-11-18T21:06:30.023" v="156" actId="1076"/>
          <ac:spMkLst>
            <pc:docMk/>
            <pc:sldMk cId="3414752223" sldId="2146848522"/>
            <ac:spMk id="1269" creationId="{C56A99D2-C02C-3A27-1C01-D49AAF209AD8}"/>
          </ac:spMkLst>
        </pc:spChg>
        <pc:spChg chg="mod">
          <ac:chgData name="Rippe, Miguel (GJX)" userId="8b114fcc-1135-489e-a0e5-f54a9e5ba1a5" providerId="ADAL" clId="{BA24B878-C0A2-47E7-AD15-06D3AF45CF89}" dt="2025-11-18T21:03:15.218" v="92" actId="208"/>
          <ac:spMkLst>
            <pc:docMk/>
            <pc:sldMk cId="3414752223" sldId="2146848522"/>
            <ac:spMk id="1274" creationId="{5F84FB4C-E0B4-9003-D9C8-3C2AF568571F}"/>
          </ac:spMkLst>
        </pc:spChg>
        <pc:grpChg chg="add mod">
          <ac:chgData name="Rippe, Miguel (GJX)" userId="8b114fcc-1135-489e-a0e5-f54a9e5ba1a5" providerId="ADAL" clId="{BA24B878-C0A2-47E7-AD15-06D3AF45CF89}" dt="2025-11-18T21:06:21.323" v="155" actId="1076"/>
          <ac:grpSpMkLst>
            <pc:docMk/>
            <pc:sldMk cId="3414752223" sldId="2146848522"/>
            <ac:grpSpMk id="22" creationId="{1B422C4B-3218-3461-BAD7-A28A0401FE14}"/>
          </ac:grpSpMkLst>
        </pc:grpChg>
        <pc:grpChg chg="add del mod">
          <ac:chgData name="Rippe, Miguel (GJX)" userId="8b114fcc-1135-489e-a0e5-f54a9e5ba1a5" providerId="ADAL" clId="{BA24B878-C0A2-47E7-AD15-06D3AF45CF89}" dt="2025-11-19T01:54:07.002" v="256" actId="478"/>
          <ac:grpSpMkLst>
            <pc:docMk/>
            <pc:sldMk cId="3414752223" sldId="2146848522"/>
            <ac:grpSpMk id="40" creationId="{22C35BC0-2725-1D51-B391-44FE6C1EA937}"/>
          </ac:grpSpMkLst>
        </pc:grpChg>
        <pc:grpChg chg="add mod">
          <ac:chgData name="Rippe, Miguel (GJX)" userId="8b114fcc-1135-489e-a0e5-f54a9e5ba1a5" providerId="ADAL" clId="{BA24B878-C0A2-47E7-AD15-06D3AF45CF89}" dt="2025-11-19T01:54:09.092" v="257" actId="1076"/>
          <ac:grpSpMkLst>
            <pc:docMk/>
            <pc:sldMk cId="3414752223" sldId="2146848522"/>
            <ac:grpSpMk id="41" creationId="{D5038C63-CE8D-DFB2-C500-F29CED8DFE0F}"/>
          </ac:grpSpMkLst>
        </pc:grpChg>
        <pc:grpChg chg="add mod">
          <ac:chgData name="Rippe, Miguel (GJX)" userId="8b114fcc-1135-489e-a0e5-f54a9e5ba1a5" providerId="ADAL" clId="{BA24B878-C0A2-47E7-AD15-06D3AF45CF89}" dt="2025-11-19T01:54:10.435" v="258" actId="1076"/>
          <ac:grpSpMkLst>
            <pc:docMk/>
            <pc:sldMk cId="3414752223" sldId="2146848522"/>
            <ac:grpSpMk id="42" creationId="{E0A3FA09-19C0-737B-9069-5E0ED407D887}"/>
          </ac:grpSpMkLst>
        </pc:grpChg>
        <pc:grpChg chg="add mod">
          <ac:chgData name="Rippe, Miguel (GJX)" userId="8b114fcc-1135-489e-a0e5-f54a9e5ba1a5" providerId="ADAL" clId="{BA24B878-C0A2-47E7-AD15-06D3AF45CF89}" dt="2025-11-19T01:54:11.683" v="259" actId="1076"/>
          <ac:grpSpMkLst>
            <pc:docMk/>
            <pc:sldMk cId="3414752223" sldId="2146848522"/>
            <ac:grpSpMk id="43" creationId="{36E30CEA-4564-903A-B5FB-139FE7F400E5}"/>
          </ac:grpSpMkLst>
        </pc:grpChg>
        <pc:grpChg chg="mod">
          <ac:chgData name="Rippe, Miguel (GJX)" userId="8b114fcc-1135-489e-a0e5-f54a9e5ba1a5" providerId="ADAL" clId="{BA24B878-C0A2-47E7-AD15-06D3AF45CF89}" dt="2025-11-18T21:06:01.439" v="139" actId="1076"/>
          <ac:grpSpMkLst>
            <pc:docMk/>
            <pc:sldMk cId="3414752223" sldId="2146848522"/>
            <ac:grpSpMk id="1077" creationId="{4C0469BE-4117-D3D7-00DA-ED827525F194}"/>
          </ac:grpSpMkLst>
        </pc:grpChg>
        <pc:grpChg chg="mod">
          <ac:chgData name="Rippe, Miguel (GJX)" userId="8b114fcc-1135-489e-a0e5-f54a9e5ba1a5" providerId="ADAL" clId="{BA24B878-C0A2-47E7-AD15-06D3AF45CF89}" dt="2025-11-01T18:30:30.307" v="38" actId="1076"/>
          <ac:grpSpMkLst>
            <pc:docMk/>
            <pc:sldMk cId="3414752223" sldId="2146848522"/>
            <ac:grpSpMk id="1097" creationId="{44F2258C-23F0-D433-9766-FF1C000E85B7}"/>
          </ac:grpSpMkLst>
        </pc:grpChg>
        <pc:picChg chg="add mod">
          <ac:chgData name="Rippe, Miguel (GJX)" userId="8b114fcc-1135-489e-a0e5-f54a9e5ba1a5" providerId="ADAL" clId="{BA24B878-C0A2-47E7-AD15-06D3AF45CF89}" dt="2025-10-31T19:32:09.459" v="5" actId="1076"/>
          <ac:picMkLst>
            <pc:docMk/>
            <pc:sldMk cId="3414752223" sldId="2146848522"/>
            <ac:picMk id="2" creationId="{9935FB41-8075-8ED2-D9FC-331C56A70260}"/>
          </ac:picMkLst>
        </pc:picChg>
        <pc:picChg chg="add mod">
          <ac:chgData name="Rippe, Miguel (GJX)" userId="8b114fcc-1135-489e-a0e5-f54a9e5ba1a5" providerId="ADAL" clId="{BA24B878-C0A2-47E7-AD15-06D3AF45CF89}" dt="2025-11-11T19:59:08.848" v="89" actId="1076"/>
          <ac:picMkLst>
            <pc:docMk/>
            <pc:sldMk cId="3414752223" sldId="2146848522"/>
            <ac:picMk id="5" creationId="{9DDCE774-FD54-ECAB-A9A2-5093DAA6035F}"/>
          </ac:picMkLst>
        </pc:picChg>
        <pc:picChg chg="mod">
          <ac:chgData name="Rippe, Miguel (GJX)" userId="8b114fcc-1135-489e-a0e5-f54a9e5ba1a5" providerId="ADAL" clId="{BA24B878-C0A2-47E7-AD15-06D3AF45CF89}" dt="2025-11-18T21:06:10.466" v="148"/>
          <ac:picMkLst>
            <pc:docMk/>
            <pc:sldMk cId="3414752223" sldId="2146848522"/>
            <ac:picMk id="23" creationId="{16671A36-44CC-DFE7-4045-444E3E46FB7C}"/>
          </ac:picMkLst>
        </pc:picChg>
        <pc:picChg chg="mod">
          <ac:chgData name="Rippe, Miguel (GJX)" userId="8b114fcc-1135-489e-a0e5-f54a9e5ba1a5" providerId="ADAL" clId="{BA24B878-C0A2-47E7-AD15-06D3AF45CF89}" dt="2025-11-19T00:27:32.649" v="250" actId="1076"/>
          <ac:picMkLst>
            <pc:docMk/>
            <pc:sldMk cId="3414752223" sldId="2146848522"/>
            <ac:picMk id="24" creationId="{66CC733A-7E3B-E138-6B09-DAA07C05757C}"/>
          </ac:picMkLst>
        </pc:picChg>
        <pc:picChg chg="mod">
          <ac:chgData name="Rippe, Miguel (GJX)" userId="8b114fcc-1135-489e-a0e5-f54a9e5ba1a5" providerId="ADAL" clId="{BA24B878-C0A2-47E7-AD15-06D3AF45CF89}" dt="2025-11-11T19:58:06.607" v="83" actId="1076"/>
          <ac:picMkLst>
            <pc:docMk/>
            <pc:sldMk cId="3414752223" sldId="2146848522"/>
            <ac:picMk id="27" creationId="{53B540AF-B93D-5FF7-0106-9C896474C41D}"/>
          </ac:picMkLst>
        </pc:picChg>
        <pc:picChg chg="add mod">
          <ac:chgData name="Rippe, Miguel (GJX)" userId="8b114fcc-1135-489e-a0e5-f54a9e5ba1a5" providerId="ADAL" clId="{BA24B878-C0A2-47E7-AD15-06D3AF45CF89}" dt="2025-11-19T00:26:26.111" v="232" actId="1076"/>
          <ac:picMkLst>
            <pc:docMk/>
            <pc:sldMk cId="3414752223" sldId="2146848522"/>
            <ac:picMk id="31" creationId="{523DBE81-E7DF-0BA5-D415-E82927DF668A}"/>
          </ac:picMkLst>
        </pc:picChg>
        <pc:picChg chg="add mod">
          <ac:chgData name="Rippe, Miguel (GJX)" userId="8b114fcc-1135-489e-a0e5-f54a9e5ba1a5" providerId="ADAL" clId="{BA24B878-C0A2-47E7-AD15-06D3AF45CF89}" dt="2025-11-19T00:23:22.180" v="190" actId="1076"/>
          <ac:picMkLst>
            <pc:docMk/>
            <pc:sldMk cId="3414752223" sldId="2146848522"/>
            <ac:picMk id="35" creationId="{062AA642-EC2F-CFF6-74B1-A2C1A4FC1A35}"/>
          </ac:picMkLst>
        </pc:picChg>
        <pc:picChg chg="add mod">
          <ac:chgData name="Rippe, Miguel (GJX)" userId="8b114fcc-1135-489e-a0e5-f54a9e5ba1a5" providerId="ADAL" clId="{BA24B878-C0A2-47E7-AD15-06D3AF45CF89}" dt="2025-11-19T00:26:16.956" v="228" actId="1076"/>
          <ac:picMkLst>
            <pc:docMk/>
            <pc:sldMk cId="3414752223" sldId="2146848522"/>
            <ac:picMk id="36" creationId="{8626D8B8-659B-F536-AAC0-89A39EC994E2}"/>
          </ac:picMkLst>
        </pc:picChg>
        <pc:picChg chg="add mod">
          <ac:chgData name="Rippe, Miguel (GJX)" userId="8b114fcc-1135-489e-a0e5-f54a9e5ba1a5" providerId="ADAL" clId="{BA24B878-C0A2-47E7-AD15-06D3AF45CF89}" dt="2025-11-19T01:54:20.692" v="265" actId="1076"/>
          <ac:picMkLst>
            <pc:docMk/>
            <pc:sldMk cId="3414752223" sldId="2146848522"/>
            <ac:picMk id="1030" creationId="{83F10BC3-76C9-5D2E-A91A-D499E522371B}"/>
          </ac:picMkLst>
        </pc:picChg>
        <pc:picChg chg="mod">
          <ac:chgData name="Rippe, Miguel (GJX)" userId="8b114fcc-1135-489e-a0e5-f54a9e5ba1a5" providerId="ADAL" clId="{BA24B878-C0A2-47E7-AD15-06D3AF45CF89}" dt="2025-11-01T18:30:30.307" v="38" actId="1076"/>
          <ac:picMkLst>
            <pc:docMk/>
            <pc:sldMk cId="3414752223" sldId="2146848522"/>
            <ac:picMk id="1037" creationId="{B9864729-7E98-3B8D-D824-599F863C905D}"/>
          </ac:picMkLst>
        </pc:picChg>
        <pc:picChg chg="mod">
          <ac:chgData name="Rippe, Miguel (GJX)" userId="8b114fcc-1135-489e-a0e5-f54a9e5ba1a5" providerId="ADAL" clId="{BA24B878-C0A2-47E7-AD15-06D3AF45CF89}" dt="2025-11-18T21:06:07.732" v="145" actId="1076"/>
          <ac:picMkLst>
            <pc:docMk/>
            <pc:sldMk cId="3414752223" sldId="2146848522"/>
            <ac:picMk id="1123" creationId="{A0C81E74-1657-A3B2-5818-280B51D807FA}"/>
          </ac:picMkLst>
        </pc:picChg>
        <pc:picChg chg="mod">
          <ac:chgData name="Rippe, Miguel (GJX)" userId="8b114fcc-1135-489e-a0e5-f54a9e5ba1a5" providerId="ADAL" clId="{BA24B878-C0A2-47E7-AD15-06D3AF45CF89}" dt="2025-11-18T21:06:09.746" v="147" actId="14100"/>
          <ac:picMkLst>
            <pc:docMk/>
            <pc:sldMk cId="3414752223" sldId="2146848522"/>
            <ac:picMk id="1124" creationId="{1894FADE-8134-D844-7C6F-CE16F750B7AF}"/>
          </ac:picMkLst>
        </pc:picChg>
        <pc:picChg chg="mod">
          <ac:chgData name="Rippe, Miguel (GJX)" userId="8b114fcc-1135-489e-a0e5-f54a9e5ba1a5" providerId="ADAL" clId="{BA24B878-C0A2-47E7-AD15-06D3AF45CF89}" dt="2025-11-19T00:26:03.514" v="224" actId="1076"/>
          <ac:picMkLst>
            <pc:docMk/>
            <pc:sldMk cId="3414752223" sldId="2146848522"/>
            <ac:picMk id="1133" creationId="{CD23BA97-D540-7C16-159A-9C96119C8FCE}"/>
          </ac:picMkLst>
        </pc:picChg>
        <pc:picChg chg="mod">
          <ac:chgData name="Rippe, Miguel (GJX)" userId="8b114fcc-1135-489e-a0e5-f54a9e5ba1a5" providerId="ADAL" clId="{BA24B878-C0A2-47E7-AD15-06D3AF45CF89}" dt="2025-11-19T00:26:52.925" v="236" actId="164"/>
          <ac:picMkLst>
            <pc:docMk/>
            <pc:sldMk cId="3414752223" sldId="2146848522"/>
            <ac:picMk id="1148" creationId="{DFF9E189-238C-5271-FE29-A94DF9D27600}"/>
          </ac:picMkLst>
        </pc:picChg>
        <pc:picChg chg="mod">
          <ac:chgData name="Rippe, Miguel (GJX)" userId="8b114fcc-1135-489e-a0e5-f54a9e5ba1a5" providerId="ADAL" clId="{BA24B878-C0A2-47E7-AD15-06D3AF45CF89}" dt="2025-11-19T00:27:04.699" v="238" actId="164"/>
          <ac:picMkLst>
            <pc:docMk/>
            <pc:sldMk cId="3414752223" sldId="2146848522"/>
            <ac:picMk id="1153" creationId="{F2D149F2-3B44-6ACB-105B-5D0C5726A2B9}"/>
          </ac:picMkLst>
        </pc:picChg>
        <pc:picChg chg="mod">
          <ac:chgData name="Rippe, Miguel (GJX)" userId="8b114fcc-1135-489e-a0e5-f54a9e5ba1a5" providerId="ADAL" clId="{BA24B878-C0A2-47E7-AD15-06D3AF45CF89}" dt="2025-11-19T00:27:11.027" v="240" actId="164"/>
          <ac:picMkLst>
            <pc:docMk/>
            <pc:sldMk cId="3414752223" sldId="2146848522"/>
            <ac:picMk id="1155" creationId="{BD481D67-98BE-0FD2-6CCE-7805F3C0F46B}"/>
          </ac:picMkLst>
        </pc:picChg>
        <pc:picChg chg="mod">
          <ac:chgData name="Rippe, Miguel (GJX)" userId="8b114fcc-1135-489e-a0e5-f54a9e5ba1a5" providerId="ADAL" clId="{BA24B878-C0A2-47E7-AD15-06D3AF45CF89}" dt="2025-11-19T00:23:18.238" v="188" actId="1076"/>
          <ac:picMkLst>
            <pc:docMk/>
            <pc:sldMk cId="3414752223" sldId="2146848522"/>
            <ac:picMk id="1264" creationId="{5972CAAD-5C3D-F2E9-ACD8-3C80B5DBFAF6}"/>
          </ac:picMkLst>
        </pc:picChg>
        <pc:picChg chg="mod">
          <ac:chgData name="Rippe, Miguel (GJX)" userId="8b114fcc-1135-489e-a0e5-f54a9e5ba1a5" providerId="ADAL" clId="{BA24B878-C0A2-47E7-AD15-06D3AF45CF89}" dt="2025-11-01T18:29:53.719" v="32" actId="1076"/>
          <ac:picMkLst>
            <pc:docMk/>
            <pc:sldMk cId="3414752223" sldId="2146848522"/>
            <ac:picMk id="1308" creationId="{9D3E7BB7-903D-753C-B233-D76555134611}"/>
          </ac:picMkLst>
        </pc:picChg>
        <pc:cxnChg chg="mod">
          <ac:chgData name="Rippe, Miguel (GJX)" userId="8b114fcc-1135-489e-a0e5-f54a9e5ba1a5" providerId="ADAL" clId="{BA24B878-C0A2-47E7-AD15-06D3AF45CF89}" dt="2025-11-01T18:26:18.462" v="29" actId="14100"/>
          <ac:cxnSpMkLst>
            <pc:docMk/>
            <pc:sldMk cId="3414752223" sldId="2146848522"/>
            <ac:cxnSpMk id="1072" creationId="{4FC1CD6B-DCAD-8107-7623-D3F95D85D35D}"/>
          </ac:cxnSpMkLst>
        </pc:cxnChg>
        <pc:cxnChg chg="mod">
          <ac:chgData name="Rippe, Miguel (GJX)" userId="8b114fcc-1135-489e-a0e5-f54a9e5ba1a5" providerId="ADAL" clId="{BA24B878-C0A2-47E7-AD15-06D3AF45CF89}" dt="2025-11-01T18:29:02.191" v="30" actId="14100"/>
          <ac:cxnSpMkLst>
            <pc:docMk/>
            <pc:sldMk cId="3414752223" sldId="2146848522"/>
            <ac:cxnSpMk id="1107" creationId="{CAF22AF4-D803-B19B-782D-9CEFA1F4F21D}"/>
          </ac:cxnSpMkLst>
        </pc:cxnChg>
        <pc:cxnChg chg="mod">
          <ac:chgData name="Rippe, Miguel (GJX)" userId="8b114fcc-1135-489e-a0e5-f54a9e5ba1a5" providerId="ADAL" clId="{BA24B878-C0A2-47E7-AD15-06D3AF45CF89}" dt="2025-11-11T19:58:04.281" v="82" actId="1076"/>
          <ac:cxnSpMkLst>
            <pc:docMk/>
            <pc:sldMk cId="3414752223" sldId="2146848522"/>
            <ac:cxnSpMk id="1110" creationId="{675B30E5-6B86-DF3C-2A23-532D253D3D80}"/>
          </ac:cxnSpMkLst>
        </pc:cxnChg>
        <pc:cxnChg chg="mod">
          <ac:chgData name="Rippe, Miguel (GJX)" userId="8b114fcc-1135-489e-a0e5-f54a9e5ba1a5" providerId="ADAL" clId="{BA24B878-C0A2-47E7-AD15-06D3AF45CF89}" dt="2025-11-01T18:25:18.129" v="25" actId="14100"/>
          <ac:cxnSpMkLst>
            <pc:docMk/>
            <pc:sldMk cId="3414752223" sldId="2146848522"/>
            <ac:cxnSpMk id="1216" creationId="{3A899016-DD11-FBA7-B0AA-6E09E4FFC233}"/>
          </ac:cxnSpMkLst>
        </pc:cxnChg>
        <pc:cxnChg chg="mod">
          <ac:chgData name="Rippe, Miguel (GJX)" userId="8b114fcc-1135-489e-a0e5-f54a9e5ba1a5" providerId="ADAL" clId="{BA24B878-C0A2-47E7-AD15-06D3AF45CF89}" dt="2025-11-01T18:25:30.713" v="27" actId="14100"/>
          <ac:cxnSpMkLst>
            <pc:docMk/>
            <pc:sldMk cId="3414752223" sldId="2146848522"/>
            <ac:cxnSpMk id="1230" creationId="{749BDF2D-AF01-F50D-F0C8-34C7AB0B821A}"/>
          </ac:cxnSpMkLst>
        </pc:cxnChg>
      </pc:sldChg>
    </pc:docChg>
  </pc:docChgLst>
  <pc:docChgLst>
    <pc:chgData name="Rippe, Miguel (GJX)" userId="8b114fcc-1135-489e-a0e5-f54a9e5ba1a5" providerId="ADAL" clId="{333A5BAC-8D37-4F1D-BDAC-86A6A93473B5}"/>
    <pc:docChg chg="undo custSel modSld">
      <pc:chgData name="Rippe, Miguel (GJX)" userId="8b114fcc-1135-489e-a0e5-f54a9e5ba1a5" providerId="ADAL" clId="{333A5BAC-8D37-4F1D-BDAC-86A6A93473B5}" dt="2025-11-14T19:21:18.526" v="497" actId="1076"/>
      <pc:docMkLst>
        <pc:docMk/>
      </pc:docMkLst>
      <pc:sldChg chg="addSp delSp modSp mod">
        <pc:chgData name="Rippe, Miguel (GJX)" userId="8b114fcc-1135-489e-a0e5-f54a9e5ba1a5" providerId="ADAL" clId="{333A5BAC-8D37-4F1D-BDAC-86A6A93473B5}" dt="2025-11-14T19:21:18.526" v="497" actId="1076"/>
        <pc:sldMkLst>
          <pc:docMk/>
          <pc:sldMk cId="3414752223" sldId="2146848522"/>
        </pc:sldMkLst>
        <pc:spChg chg="mod">
          <ac:chgData name="Rippe, Miguel (GJX)" userId="8b114fcc-1135-489e-a0e5-f54a9e5ba1a5" providerId="ADAL" clId="{333A5BAC-8D37-4F1D-BDAC-86A6A93473B5}" dt="2025-11-04T21:12:05.476" v="280" actId="1076"/>
          <ac:spMkLst>
            <pc:docMk/>
            <pc:sldMk cId="3414752223" sldId="2146848522"/>
            <ac:spMk id="3" creationId="{99EAF724-69E2-AC1E-B10F-EB3C33E36D1F}"/>
          </ac:spMkLst>
        </pc:spChg>
        <pc:spChg chg="add mod">
          <ac:chgData name="Rippe, Miguel (GJX)" userId="8b114fcc-1135-489e-a0e5-f54a9e5ba1a5" providerId="ADAL" clId="{333A5BAC-8D37-4F1D-BDAC-86A6A93473B5}" dt="2025-11-04T21:45:43.933" v="342" actId="1076"/>
          <ac:spMkLst>
            <pc:docMk/>
            <pc:sldMk cId="3414752223" sldId="2146848522"/>
            <ac:spMk id="8" creationId="{C6D78F05-DF9D-51F2-1BB8-F71279CCAA0B}"/>
          </ac:spMkLst>
        </pc:spChg>
        <pc:spChg chg="add mod">
          <ac:chgData name="Rippe, Miguel (GJX)" userId="8b114fcc-1135-489e-a0e5-f54a9e5ba1a5" providerId="ADAL" clId="{333A5BAC-8D37-4F1D-BDAC-86A6A93473B5}" dt="2025-11-04T21:10:09.520" v="238" actId="20577"/>
          <ac:spMkLst>
            <pc:docMk/>
            <pc:sldMk cId="3414752223" sldId="2146848522"/>
            <ac:spMk id="9" creationId="{62523173-DB33-1D5F-08AB-1C38734287AF}"/>
          </ac:spMkLst>
        </pc:spChg>
        <pc:spChg chg="mod">
          <ac:chgData name="Rippe, Miguel (GJX)" userId="8b114fcc-1135-489e-a0e5-f54a9e5ba1a5" providerId="ADAL" clId="{333A5BAC-8D37-4F1D-BDAC-86A6A93473B5}" dt="2025-11-04T21:01:55.976" v="84" actId="1076"/>
          <ac:spMkLst>
            <pc:docMk/>
            <pc:sldMk cId="3414752223" sldId="2146848522"/>
            <ac:spMk id="10" creationId="{522F090D-BD66-CEA0-0D16-2C901B6CD42B}"/>
          </ac:spMkLst>
        </pc:spChg>
        <pc:spChg chg="add mod">
          <ac:chgData name="Rippe, Miguel (GJX)" userId="8b114fcc-1135-489e-a0e5-f54a9e5ba1a5" providerId="ADAL" clId="{333A5BAC-8D37-4F1D-BDAC-86A6A93473B5}" dt="2025-11-14T19:20:08.171" v="462" actId="20577"/>
          <ac:spMkLst>
            <pc:docMk/>
            <pc:sldMk cId="3414752223" sldId="2146848522"/>
            <ac:spMk id="12" creationId="{48D6E05F-71FD-DF7C-C2C0-8CB58E9AFBB8}"/>
          </ac:spMkLst>
        </pc:spChg>
        <pc:spChg chg="mod">
          <ac:chgData name="Rippe, Miguel (GJX)" userId="8b114fcc-1135-489e-a0e5-f54a9e5ba1a5" providerId="ADAL" clId="{333A5BAC-8D37-4F1D-BDAC-86A6A93473B5}" dt="2025-11-04T21:10:33.695" v="241" actId="1076"/>
          <ac:spMkLst>
            <pc:docMk/>
            <pc:sldMk cId="3414752223" sldId="2146848522"/>
            <ac:spMk id="19" creationId="{4B28185F-720E-EA91-591F-D5BD74B5259C}"/>
          </ac:spMkLst>
        </pc:spChg>
        <pc:spChg chg="mod">
          <ac:chgData name="Rippe, Miguel (GJX)" userId="8b114fcc-1135-489e-a0e5-f54a9e5ba1a5" providerId="ADAL" clId="{333A5BAC-8D37-4F1D-BDAC-86A6A93473B5}" dt="2025-11-04T21:10:33.695" v="241" actId="1076"/>
          <ac:spMkLst>
            <pc:docMk/>
            <pc:sldMk cId="3414752223" sldId="2146848522"/>
            <ac:spMk id="21" creationId="{576FF2E6-3D7C-4AB5-7EC5-0904D353BD5A}"/>
          </ac:spMkLst>
        </pc:spChg>
        <pc:spChg chg="add mod">
          <ac:chgData name="Rippe, Miguel (GJX)" userId="8b114fcc-1135-489e-a0e5-f54a9e5ba1a5" providerId="ADAL" clId="{333A5BAC-8D37-4F1D-BDAC-86A6A93473B5}" dt="2025-11-14T19:21:15.346" v="496" actId="14100"/>
          <ac:spMkLst>
            <pc:docMk/>
            <pc:sldMk cId="3414752223" sldId="2146848522"/>
            <ac:spMk id="25" creationId="{223B456E-1E65-C174-5473-E0A98600D410}"/>
          </ac:spMkLst>
        </pc:spChg>
        <pc:spChg chg="add mod">
          <ac:chgData name="Rippe, Miguel (GJX)" userId="8b114fcc-1135-489e-a0e5-f54a9e5ba1a5" providerId="ADAL" clId="{333A5BAC-8D37-4F1D-BDAC-86A6A93473B5}" dt="2025-11-04T21:07:23.655" v="182" actId="1076"/>
          <ac:spMkLst>
            <pc:docMk/>
            <pc:sldMk cId="3414752223" sldId="2146848522"/>
            <ac:spMk id="37" creationId="{7D6B1D91-3984-ABFE-8E6F-D48025BECF4A}"/>
          </ac:spMkLst>
        </pc:spChg>
        <pc:spChg chg="mod">
          <ac:chgData name="Rippe, Miguel (GJX)" userId="8b114fcc-1135-489e-a0e5-f54a9e5ba1a5" providerId="ADAL" clId="{333A5BAC-8D37-4F1D-BDAC-86A6A93473B5}" dt="2025-11-04T21:09:09.385" v="218"/>
          <ac:spMkLst>
            <pc:docMk/>
            <pc:sldMk cId="3414752223" sldId="2146848522"/>
            <ac:spMk id="45" creationId="{75CD3E33-BDB5-FC34-EA20-83E173DE9281}"/>
          </ac:spMkLst>
        </pc:spChg>
        <pc:spChg chg="mod">
          <ac:chgData name="Rippe, Miguel (GJX)" userId="8b114fcc-1135-489e-a0e5-f54a9e5ba1a5" providerId="ADAL" clId="{333A5BAC-8D37-4F1D-BDAC-86A6A93473B5}" dt="2025-11-04T21:09:09.385" v="218"/>
          <ac:spMkLst>
            <pc:docMk/>
            <pc:sldMk cId="3414752223" sldId="2146848522"/>
            <ac:spMk id="48" creationId="{09D86B44-B0EB-2A03-4316-719E11ED4F05}"/>
          </ac:spMkLst>
        </pc:spChg>
        <pc:spChg chg="mod">
          <ac:chgData name="Rippe, Miguel (GJX)" userId="8b114fcc-1135-489e-a0e5-f54a9e5ba1a5" providerId="ADAL" clId="{333A5BAC-8D37-4F1D-BDAC-86A6A93473B5}" dt="2025-11-04T21:45:43.933" v="342" actId="1076"/>
          <ac:spMkLst>
            <pc:docMk/>
            <pc:sldMk cId="3414752223" sldId="2146848522"/>
            <ac:spMk id="49" creationId="{28EBCC1B-857C-D94C-EDC8-5382A3562708}"/>
          </ac:spMkLst>
        </pc:spChg>
        <pc:spChg chg="add mod">
          <ac:chgData name="Rippe, Miguel (GJX)" userId="8b114fcc-1135-489e-a0e5-f54a9e5ba1a5" providerId="ADAL" clId="{333A5BAC-8D37-4F1D-BDAC-86A6A93473B5}" dt="2025-11-04T21:11:51.455" v="277" actId="1076"/>
          <ac:spMkLst>
            <pc:docMk/>
            <pc:sldMk cId="3414752223" sldId="2146848522"/>
            <ac:spMk id="59" creationId="{03DBAFFC-1AF9-6E7F-BCAB-F1A66C66554C}"/>
          </ac:spMkLst>
        </pc:spChg>
        <pc:spChg chg="add mod">
          <ac:chgData name="Rippe, Miguel (GJX)" userId="8b114fcc-1135-489e-a0e5-f54a9e5ba1a5" providerId="ADAL" clId="{333A5BAC-8D37-4F1D-BDAC-86A6A93473B5}" dt="2025-11-04T21:13:38.055" v="307" actId="20577"/>
          <ac:spMkLst>
            <pc:docMk/>
            <pc:sldMk cId="3414752223" sldId="2146848522"/>
            <ac:spMk id="1027" creationId="{C7B390A9-5275-9A3F-BC92-7E0100EBE2FD}"/>
          </ac:spMkLst>
        </pc:spChg>
        <pc:spChg chg="mod">
          <ac:chgData name="Rippe, Miguel (GJX)" userId="8b114fcc-1135-489e-a0e5-f54a9e5ba1a5" providerId="ADAL" clId="{333A5BAC-8D37-4F1D-BDAC-86A6A93473B5}" dt="2025-11-04T22:54:12.603" v="352" actId="1076"/>
          <ac:spMkLst>
            <pc:docMk/>
            <pc:sldMk cId="3414752223" sldId="2146848522"/>
            <ac:spMk id="1039" creationId="{AAF40E40-F592-247A-6D43-48AACF88D5CC}"/>
          </ac:spMkLst>
        </pc:spChg>
        <pc:spChg chg="mod">
          <ac:chgData name="Rippe, Miguel (GJX)" userId="8b114fcc-1135-489e-a0e5-f54a9e5ba1a5" providerId="ADAL" clId="{333A5BAC-8D37-4F1D-BDAC-86A6A93473B5}" dt="2025-11-04T21:14:03.236" v="313" actId="1076"/>
          <ac:spMkLst>
            <pc:docMk/>
            <pc:sldMk cId="3414752223" sldId="2146848522"/>
            <ac:spMk id="1043" creationId="{4B09E99A-403C-C2BC-C4A5-E54B3823873B}"/>
          </ac:spMkLst>
        </pc:spChg>
        <pc:spChg chg="mod">
          <ac:chgData name="Rippe, Miguel (GJX)" userId="8b114fcc-1135-489e-a0e5-f54a9e5ba1a5" providerId="ADAL" clId="{333A5BAC-8D37-4F1D-BDAC-86A6A93473B5}" dt="2025-11-04T21:14:03.236" v="313" actId="1076"/>
          <ac:spMkLst>
            <pc:docMk/>
            <pc:sldMk cId="3414752223" sldId="2146848522"/>
            <ac:spMk id="1057" creationId="{12DBD251-2188-1BEE-A5C8-D703A280A9EF}"/>
          </ac:spMkLst>
        </pc:spChg>
        <pc:spChg chg="mod">
          <ac:chgData name="Rippe, Miguel (GJX)" userId="8b114fcc-1135-489e-a0e5-f54a9e5ba1a5" providerId="ADAL" clId="{333A5BAC-8D37-4F1D-BDAC-86A6A93473B5}" dt="2025-11-04T21:14:03.236" v="313" actId="1076"/>
          <ac:spMkLst>
            <pc:docMk/>
            <pc:sldMk cId="3414752223" sldId="2146848522"/>
            <ac:spMk id="1062" creationId="{530E5FF5-D752-FD12-B031-BC2B911FC18D}"/>
          </ac:spMkLst>
        </pc:spChg>
        <pc:spChg chg="mod">
          <ac:chgData name="Rippe, Miguel (GJX)" userId="8b114fcc-1135-489e-a0e5-f54a9e5ba1a5" providerId="ADAL" clId="{333A5BAC-8D37-4F1D-BDAC-86A6A93473B5}" dt="2025-11-04T21:14:03.236" v="313" actId="1076"/>
          <ac:spMkLst>
            <pc:docMk/>
            <pc:sldMk cId="3414752223" sldId="2146848522"/>
            <ac:spMk id="1076" creationId="{24414890-3BBC-0D84-FD88-48615EC1E482}"/>
          </ac:spMkLst>
        </pc:spChg>
        <pc:spChg chg="mod">
          <ac:chgData name="Rippe, Miguel (GJX)" userId="8b114fcc-1135-489e-a0e5-f54a9e5ba1a5" providerId="ADAL" clId="{333A5BAC-8D37-4F1D-BDAC-86A6A93473B5}" dt="2025-11-04T22:57:10.916" v="409"/>
          <ac:spMkLst>
            <pc:docMk/>
            <pc:sldMk cId="3414752223" sldId="2146848522"/>
            <ac:spMk id="1105" creationId="{E6BE8E4F-0058-6DBA-43BF-1ECFE8D5B518}"/>
          </ac:spMkLst>
        </pc:spChg>
        <pc:spChg chg="mod">
          <ac:chgData name="Rippe, Miguel (GJX)" userId="8b114fcc-1135-489e-a0e5-f54a9e5ba1a5" providerId="ADAL" clId="{333A5BAC-8D37-4F1D-BDAC-86A6A93473B5}" dt="2025-11-04T21:13:02.336" v="290" actId="14100"/>
          <ac:spMkLst>
            <pc:docMk/>
            <pc:sldMk cId="3414752223" sldId="2146848522"/>
            <ac:spMk id="1108" creationId="{A3EA39A5-5763-941D-1562-F77045CB0D3C}"/>
          </ac:spMkLst>
        </pc:spChg>
        <pc:spChg chg="mod">
          <ac:chgData name="Rippe, Miguel (GJX)" userId="8b114fcc-1135-489e-a0e5-f54a9e5ba1a5" providerId="ADAL" clId="{333A5BAC-8D37-4F1D-BDAC-86A6A93473B5}" dt="2025-11-04T21:07:48.747" v="197" actId="1076"/>
          <ac:spMkLst>
            <pc:docMk/>
            <pc:sldMk cId="3414752223" sldId="2146848522"/>
            <ac:spMk id="1109" creationId="{27555A9D-BA11-A923-A609-63DBF57658DF}"/>
          </ac:spMkLst>
        </pc:spChg>
        <pc:spChg chg="mod">
          <ac:chgData name="Rippe, Miguel (GJX)" userId="8b114fcc-1135-489e-a0e5-f54a9e5ba1a5" providerId="ADAL" clId="{333A5BAC-8D37-4F1D-BDAC-86A6A93473B5}" dt="2025-11-04T21:15:17.478" v="317" actId="1076"/>
          <ac:spMkLst>
            <pc:docMk/>
            <pc:sldMk cId="3414752223" sldId="2146848522"/>
            <ac:spMk id="1149" creationId="{A5F20C42-DADB-8709-4AB1-C0A8B560A9A5}"/>
          </ac:spMkLst>
        </pc:spChg>
        <pc:spChg chg="mod">
          <ac:chgData name="Rippe, Miguel (GJX)" userId="8b114fcc-1135-489e-a0e5-f54a9e5ba1a5" providerId="ADAL" clId="{333A5BAC-8D37-4F1D-BDAC-86A6A93473B5}" dt="2025-11-14T19:19:28.013" v="447" actId="1076"/>
          <ac:spMkLst>
            <pc:docMk/>
            <pc:sldMk cId="3414752223" sldId="2146848522"/>
            <ac:spMk id="1152" creationId="{9406572E-C133-41FC-F974-31F078A674D1}"/>
          </ac:spMkLst>
        </pc:spChg>
        <pc:spChg chg="mod">
          <ac:chgData name="Rippe, Miguel (GJX)" userId="8b114fcc-1135-489e-a0e5-f54a9e5ba1a5" providerId="ADAL" clId="{333A5BAC-8D37-4F1D-BDAC-86A6A93473B5}" dt="2025-11-04T21:15:33.160" v="323" actId="1076"/>
          <ac:spMkLst>
            <pc:docMk/>
            <pc:sldMk cId="3414752223" sldId="2146848522"/>
            <ac:spMk id="1156" creationId="{75FEB889-E058-0E56-C1F8-C5ED475A529D}"/>
          </ac:spMkLst>
        </pc:spChg>
        <pc:spChg chg="mod">
          <ac:chgData name="Rippe, Miguel (GJX)" userId="8b114fcc-1135-489e-a0e5-f54a9e5ba1a5" providerId="ADAL" clId="{333A5BAC-8D37-4F1D-BDAC-86A6A93473B5}" dt="2025-11-14T19:21:02.490" v="475" actId="1076"/>
          <ac:spMkLst>
            <pc:docMk/>
            <pc:sldMk cId="3414752223" sldId="2146848522"/>
            <ac:spMk id="1158" creationId="{33E98CCD-AA64-5FE7-3880-07A4CE558887}"/>
          </ac:spMkLst>
        </pc:spChg>
        <pc:spChg chg="mod">
          <ac:chgData name="Rippe, Miguel (GJX)" userId="8b114fcc-1135-489e-a0e5-f54a9e5ba1a5" providerId="ADAL" clId="{333A5BAC-8D37-4F1D-BDAC-86A6A93473B5}" dt="2025-11-04T22:56:18.921" v="408"/>
          <ac:spMkLst>
            <pc:docMk/>
            <pc:sldMk cId="3414752223" sldId="2146848522"/>
            <ac:spMk id="1159" creationId="{5D3B872F-D80E-2A36-8C40-61957639CDB9}"/>
          </ac:spMkLst>
        </pc:spChg>
        <pc:spChg chg="mod">
          <ac:chgData name="Rippe, Miguel (GJX)" userId="8b114fcc-1135-489e-a0e5-f54a9e5ba1a5" providerId="ADAL" clId="{333A5BAC-8D37-4F1D-BDAC-86A6A93473B5}" dt="2025-11-04T21:12:42.020" v="284" actId="1076"/>
          <ac:spMkLst>
            <pc:docMk/>
            <pc:sldMk cId="3414752223" sldId="2146848522"/>
            <ac:spMk id="1219" creationId="{FBACD9D5-2CB3-D1D4-3D50-549289114647}"/>
          </ac:spMkLst>
        </pc:spChg>
        <pc:spChg chg="mod">
          <ac:chgData name="Rippe, Miguel (GJX)" userId="8b114fcc-1135-489e-a0e5-f54a9e5ba1a5" providerId="ADAL" clId="{333A5BAC-8D37-4F1D-BDAC-86A6A93473B5}" dt="2025-11-04T21:21:21.829" v="335" actId="14100"/>
          <ac:spMkLst>
            <pc:docMk/>
            <pc:sldMk cId="3414752223" sldId="2146848522"/>
            <ac:spMk id="1226" creationId="{64BBFA19-4FDC-1F81-3538-02208E7A2FB7}"/>
          </ac:spMkLst>
        </pc:spChg>
        <pc:spChg chg="mod">
          <ac:chgData name="Rippe, Miguel (GJX)" userId="8b114fcc-1135-489e-a0e5-f54a9e5ba1a5" providerId="ADAL" clId="{333A5BAC-8D37-4F1D-BDAC-86A6A93473B5}" dt="2025-11-04T22:56:06.937" v="406"/>
          <ac:spMkLst>
            <pc:docMk/>
            <pc:sldMk cId="3414752223" sldId="2146848522"/>
            <ac:spMk id="1267" creationId="{93E2ABE6-B936-AA68-C696-9E942AE57D29}"/>
          </ac:spMkLst>
        </pc:spChg>
        <pc:spChg chg="mod">
          <ac:chgData name="Rippe, Miguel (GJX)" userId="8b114fcc-1135-489e-a0e5-f54a9e5ba1a5" providerId="ADAL" clId="{333A5BAC-8D37-4F1D-BDAC-86A6A93473B5}" dt="2025-11-04T21:07:04.064" v="173" actId="1076"/>
          <ac:spMkLst>
            <pc:docMk/>
            <pc:sldMk cId="3414752223" sldId="2146848522"/>
            <ac:spMk id="1269" creationId="{C56A99D2-C02C-3A27-1C01-D49AAF209AD8}"/>
          </ac:spMkLst>
        </pc:spChg>
        <pc:spChg chg="mod">
          <ac:chgData name="Rippe, Miguel (GJX)" userId="8b114fcc-1135-489e-a0e5-f54a9e5ba1a5" providerId="ADAL" clId="{333A5BAC-8D37-4F1D-BDAC-86A6A93473B5}" dt="2025-11-04T22:56:10.731" v="407"/>
          <ac:spMkLst>
            <pc:docMk/>
            <pc:sldMk cId="3414752223" sldId="2146848522"/>
            <ac:spMk id="1274" creationId="{5F84FB4C-E0B4-9003-D9C8-3C2AF568571F}"/>
          </ac:spMkLst>
        </pc:spChg>
        <pc:spChg chg="mod">
          <ac:chgData name="Rippe, Miguel (GJX)" userId="8b114fcc-1135-489e-a0e5-f54a9e5ba1a5" providerId="ADAL" clId="{333A5BAC-8D37-4F1D-BDAC-86A6A93473B5}" dt="2025-11-04T22:59:49.940" v="416" actId="1076"/>
          <ac:spMkLst>
            <pc:docMk/>
            <pc:sldMk cId="3414752223" sldId="2146848522"/>
            <ac:spMk id="1275" creationId="{B6B2D99F-37BD-6381-3A76-89B4AD68DDBF}"/>
          </ac:spMkLst>
        </pc:spChg>
        <pc:spChg chg="mod">
          <ac:chgData name="Rippe, Miguel (GJX)" userId="8b114fcc-1135-489e-a0e5-f54a9e5ba1a5" providerId="ADAL" clId="{333A5BAC-8D37-4F1D-BDAC-86A6A93473B5}" dt="2025-11-04T23:11:15.750" v="434" actId="14100"/>
          <ac:spMkLst>
            <pc:docMk/>
            <pc:sldMk cId="3414752223" sldId="2146848522"/>
            <ac:spMk id="1298" creationId="{EEC4E466-8CE7-5329-4090-0BECDC3C42D7}"/>
          </ac:spMkLst>
        </pc:spChg>
        <pc:spChg chg="mod">
          <ac:chgData name="Rippe, Miguel (GJX)" userId="8b114fcc-1135-489e-a0e5-f54a9e5ba1a5" providerId="ADAL" clId="{333A5BAC-8D37-4F1D-BDAC-86A6A93473B5}" dt="2025-11-04T22:53:19.501" v="347" actId="1076"/>
          <ac:spMkLst>
            <pc:docMk/>
            <pc:sldMk cId="3414752223" sldId="2146848522"/>
            <ac:spMk id="1302" creationId="{B890A445-366C-4BF1-843D-89820C6D0571}"/>
          </ac:spMkLst>
        </pc:spChg>
        <pc:grpChg chg="mod">
          <ac:chgData name="Rippe, Miguel (GJX)" userId="8b114fcc-1135-489e-a0e5-f54a9e5ba1a5" providerId="ADAL" clId="{333A5BAC-8D37-4F1D-BDAC-86A6A93473B5}" dt="2025-11-04T21:12:05.476" v="280" actId="1076"/>
          <ac:grpSpMkLst>
            <pc:docMk/>
            <pc:sldMk cId="3414752223" sldId="2146848522"/>
            <ac:grpSpMk id="7" creationId="{4363F324-DD13-7E68-92DE-B2784E300CA4}"/>
          </ac:grpSpMkLst>
        </pc:grpChg>
        <pc:grpChg chg="mod">
          <ac:chgData name="Rippe, Miguel (GJX)" userId="8b114fcc-1135-489e-a0e5-f54a9e5ba1a5" providerId="ADAL" clId="{333A5BAC-8D37-4F1D-BDAC-86A6A93473B5}" dt="2025-11-04T21:04:38.682" v="112" actId="164"/>
          <ac:grpSpMkLst>
            <pc:docMk/>
            <pc:sldMk cId="3414752223" sldId="2146848522"/>
            <ac:grpSpMk id="11" creationId="{9DBA9FF8-0EB9-E995-8DCD-89F0D1B28BC6}"/>
          </ac:grpSpMkLst>
        </pc:grpChg>
        <pc:grpChg chg="add mod">
          <ac:chgData name="Rippe, Miguel (GJX)" userId="8b114fcc-1135-489e-a0e5-f54a9e5ba1a5" providerId="ADAL" clId="{333A5BAC-8D37-4F1D-BDAC-86A6A93473B5}" dt="2025-11-04T21:04:38.682" v="112" actId="164"/>
          <ac:grpSpMkLst>
            <pc:docMk/>
            <pc:sldMk cId="3414752223" sldId="2146848522"/>
            <ac:grpSpMk id="13" creationId="{4D9F0D8D-4423-D2FA-718A-423E6B9566C3}"/>
          </ac:grpSpMkLst>
        </pc:grpChg>
        <pc:grpChg chg="add mod">
          <ac:chgData name="Rippe, Miguel (GJX)" userId="8b114fcc-1135-489e-a0e5-f54a9e5ba1a5" providerId="ADAL" clId="{333A5BAC-8D37-4F1D-BDAC-86A6A93473B5}" dt="2025-11-04T21:10:33.695" v="241" actId="1076"/>
          <ac:grpSpMkLst>
            <pc:docMk/>
            <pc:sldMk cId="3414752223" sldId="2146848522"/>
            <ac:grpSpMk id="17" creationId="{AEEB4D3B-BBF8-51A2-F985-3EF67A9E356B}"/>
          </ac:grpSpMkLst>
        </pc:grpChg>
        <pc:grpChg chg="mod">
          <ac:chgData name="Rippe, Miguel (GJX)" userId="8b114fcc-1135-489e-a0e5-f54a9e5ba1a5" providerId="ADAL" clId="{333A5BAC-8D37-4F1D-BDAC-86A6A93473B5}" dt="2025-11-04T21:10:33.695" v="241" actId="1076"/>
          <ac:grpSpMkLst>
            <pc:docMk/>
            <pc:sldMk cId="3414752223" sldId="2146848522"/>
            <ac:grpSpMk id="18" creationId="{044358F9-761B-2873-5384-CF39801EA1EF}"/>
          </ac:grpSpMkLst>
        </pc:grpChg>
        <pc:grpChg chg="add mod">
          <ac:chgData name="Rippe, Miguel (GJX)" userId="8b114fcc-1135-489e-a0e5-f54a9e5ba1a5" providerId="ADAL" clId="{333A5BAC-8D37-4F1D-BDAC-86A6A93473B5}" dt="2025-11-04T21:45:43.933" v="342" actId="1076"/>
          <ac:grpSpMkLst>
            <pc:docMk/>
            <pc:sldMk cId="3414752223" sldId="2146848522"/>
            <ac:grpSpMk id="26" creationId="{94DAFDA3-5084-A16B-2860-2D7CF153E13F}"/>
          </ac:grpSpMkLst>
        </pc:grpChg>
        <pc:grpChg chg="add mod">
          <ac:chgData name="Rippe, Miguel (GJX)" userId="8b114fcc-1135-489e-a0e5-f54a9e5ba1a5" providerId="ADAL" clId="{333A5BAC-8D37-4F1D-BDAC-86A6A93473B5}" dt="2025-11-04T21:09:09.385" v="218"/>
          <ac:grpSpMkLst>
            <pc:docMk/>
            <pc:sldMk cId="3414752223" sldId="2146848522"/>
            <ac:grpSpMk id="44" creationId="{0992A05A-7D94-C8D4-C990-ADA87856AB5F}"/>
          </ac:grpSpMkLst>
        </pc:grpChg>
        <pc:grpChg chg="mod">
          <ac:chgData name="Rippe, Miguel (GJX)" userId="8b114fcc-1135-489e-a0e5-f54a9e5ba1a5" providerId="ADAL" clId="{333A5BAC-8D37-4F1D-BDAC-86A6A93473B5}" dt="2025-11-04T21:14:03.236" v="313" actId="1076"/>
          <ac:grpSpMkLst>
            <pc:docMk/>
            <pc:sldMk cId="3414752223" sldId="2146848522"/>
            <ac:grpSpMk id="1050" creationId="{02A944C6-E704-E74E-DD4D-1762B8905137}"/>
          </ac:grpSpMkLst>
        </pc:grpChg>
        <pc:grpChg chg="mod">
          <ac:chgData name="Rippe, Miguel (GJX)" userId="8b114fcc-1135-489e-a0e5-f54a9e5ba1a5" providerId="ADAL" clId="{333A5BAC-8D37-4F1D-BDAC-86A6A93473B5}" dt="2025-11-04T21:14:03.236" v="313" actId="1076"/>
          <ac:grpSpMkLst>
            <pc:docMk/>
            <pc:sldMk cId="3414752223" sldId="2146848522"/>
            <ac:grpSpMk id="1058" creationId="{B5B4671E-DA87-005D-9D4A-8AB6CBF80B22}"/>
          </ac:grpSpMkLst>
        </pc:grpChg>
        <pc:grpChg chg="mod">
          <ac:chgData name="Rippe, Miguel (GJX)" userId="8b114fcc-1135-489e-a0e5-f54a9e5ba1a5" providerId="ADAL" clId="{333A5BAC-8D37-4F1D-BDAC-86A6A93473B5}" dt="2025-11-04T21:11:29.959" v="263" actId="1076"/>
          <ac:grpSpMkLst>
            <pc:docMk/>
            <pc:sldMk cId="3414752223" sldId="2146848522"/>
            <ac:grpSpMk id="1077" creationId="{4C0469BE-4117-D3D7-00DA-ED827525F194}"/>
          </ac:grpSpMkLst>
        </pc:grpChg>
        <pc:grpChg chg="mod">
          <ac:chgData name="Rippe, Miguel (GJX)" userId="8b114fcc-1135-489e-a0e5-f54a9e5ba1a5" providerId="ADAL" clId="{333A5BAC-8D37-4F1D-BDAC-86A6A93473B5}" dt="2025-11-04T21:14:03.236" v="313" actId="1076"/>
          <ac:grpSpMkLst>
            <pc:docMk/>
            <pc:sldMk cId="3414752223" sldId="2146848522"/>
            <ac:grpSpMk id="1093" creationId="{8D5C1B3C-2ED1-3D94-89E3-18AB4307ED3A}"/>
          </ac:grpSpMkLst>
        </pc:grpChg>
        <pc:grpChg chg="mod">
          <ac:chgData name="Rippe, Miguel (GJX)" userId="8b114fcc-1135-489e-a0e5-f54a9e5ba1a5" providerId="ADAL" clId="{333A5BAC-8D37-4F1D-BDAC-86A6A93473B5}" dt="2025-11-04T22:54:12.603" v="352" actId="1076"/>
          <ac:grpSpMkLst>
            <pc:docMk/>
            <pc:sldMk cId="3414752223" sldId="2146848522"/>
            <ac:grpSpMk id="1097" creationId="{44F2258C-23F0-D433-9766-FF1C000E85B7}"/>
          </ac:grpSpMkLst>
        </pc:grpChg>
        <pc:grpChg chg="mod">
          <ac:chgData name="Rippe, Miguel (GJX)" userId="8b114fcc-1135-489e-a0e5-f54a9e5ba1a5" providerId="ADAL" clId="{333A5BAC-8D37-4F1D-BDAC-86A6A93473B5}" dt="2025-11-04T21:21:30.942" v="340" actId="1076"/>
          <ac:grpSpMkLst>
            <pc:docMk/>
            <pc:sldMk cId="3414752223" sldId="2146848522"/>
            <ac:grpSpMk id="1224" creationId="{D763F4AF-6AFA-64E8-0B31-05188F65D3FE}"/>
          </ac:grpSpMkLst>
        </pc:grpChg>
        <pc:picChg chg="mod">
          <ac:chgData name="Rippe, Miguel (GJX)" userId="8b114fcc-1135-489e-a0e5-f54a9e5ba1a5" providerId="ADAL" clId="{333A5BAC-8D37-4F1D-BDAC-86A6A93473B5}" dt="2025-11-04T21:45:43.933" v="342" actId="1076"/>
          <ac:picMkLst>
            <pc:docMk/>
            <pc:sldMk cId="3414752223" sldId="2146848522"/>
            <ac:picMk id="2" creationId="{9935FB41-8075-8ED2-D9FC-331C56A70260}"/>
          </ac:picMkLst>
        </pc:picChg>
        <pc:picChg chg="add mod">
          <ac:chgData name="Rippe, Miguel (GJX)" userId="8b114fcc-1135-489e-a0e5-f54a9e5ba1a5" providerId="ADAL" clId="{333A5BAC-8D37-4F1D-BDAC-86A6A93473B5}" dt="2025-11-14T19:19:51.974" v="453" actId="1076"/>
          <ac:picMkLst>
            <pc:docMk/>
            <pc:sldMk cId="3414752223" sldId="2146848522"/>
            <ac:picMk id="4" creationId="{340FCF3A-8E1C-AD30-AD0E-BA0772D3B037}"/>
          </ac:picMkLst>
        </pc:picChg>
        <pc:picChg chg="add mod">
          <ac:chgData name="Rippe, Miguel (GJX)" userId="8b114fcc-1135-489e-a0e5-f54a9e5ba1a5" providerId="ADAL" clId="{333A5BAC-8D37-4F1D-BDAC-86A6A93473B5}" dt="2025-11-04T21:00:19.060" v="33" actId="1076"/>
          <ac:picMkLst>
            <pc:docMk/>
            <pc:sldMk cId="3414752223" sldId="2146848522"/>
            <ac:picMk id="6" creationId="{B295D083-30FA-3023-F244-7DF1D5324697}"/>
          </ac:picMkLst>
        </pc:picChg>
        <pc:picChg chg="mod">
          <ac:chgData name="Rippe, Miguel (GJX)" userId="8b114fcc-1135-489e-a0e5-f54a9e5ba1a5" providerId="ADAL" clId="{333A5BAC-8D37-4F1D-BDAC-86A6A93473B5}" dt="2025-11-04T21:10:33.695" v="241" actId="1076"/>
          <ac:picMkLst>
            <pc:docMk/>
            <pc:sldMk cId="3414752223" sldId="2146848522"/>
            <ac:picMk id="20" creationId="{DB49791B-CD70-2764-17C2-A63B06905EF9}"/>
          </ac:picMkLst>
        </pc:picChg>
        <pc:picChg chg="add mod">
          <ac:chgData name="Rippe, Miguel (GJX)" userId="8b114fcc-1135-489e-a0e5-f54a9e5ba1a5" providerId="ADAL" clId="{333A5BAC-8D37-4F1D-BDAC-86A6A93473B5}" dt="2025-11-14T19:21:18.526" v="497" actId="1076"/>
          <ac:picMkLst>
            <pc:docMk/>
            <pc:sldMk cId="3414752223" sldId="2146848522"/>
            <ac:picMk id="24" creationId="{66CC733A-7E3B-E138-6B09-DAA07C05757C}"/>
          </ac:picMkLst>
        </pc:picChg>
        <pc:picChg chg="mod">
          <ac:chgData name="Rippe, Miguel (GJX)" userId="8b114fcc-1135-489e-a0e5-f54a9e5ba1a5" providerId="ADAL" clId="{333A5BAC-8D37-4F1D-BDAC-86A6A93473B5}" dt="2025-11-04T21:09:09.385" v="218"/>
          <ac:picMkLst>
            <pc:docMk/>
            <pc:sldMk cId="3414752223" sldId="2146848522"/>
            <ac:picMk id="46" creationId="{D44B44A4-8C50-86F3-D91A-8CF8939E15F8}"/>
          </ac:picMkLst>
        </pc:picChg>
        <pc:picChg chg="mod">
          <ac:chgData name="Rippe, Miguel (GJX)" userId="8b114fcc-1135-489e-a0e5-f54a9e5ba1a5" providerId="ADAL" clId="{333A5BAC-8D37-4F1D-BDAC-86A6A93473B5}" dt="2025-11-04T21:10:29.180" v="240" actId="1076"/>
          <ac:picMkLst>
            <pc:docMk/>
            <pc:sldMk cId="3414752223" sldId="2146848522"/>
            <ac:picMk id="47" creationId="{41456824-731B-67EE-1AA6-ACCED25408EB}"/>
          </ac:picMkLst>
        </pc:picChg>
        <pc:picChg chg="mod">
          <ac:chgData name="Rippe, Miguel (GJX)" userId="8b114fcc-1135-489e-a0e5-f54a9e5ba1a5" providerId="ADAL" clId="{333A5BAC-8D37-4F1D-BDAC-86A6A93473B5}" dt="2025-11-04T21:12:05.476" v="280" actId="1076"/>
          <ac:picMkLst>
            <pc:docMk/>
            <pc:sldMk cId="3414752223" sldId="2146848522"/>
            <ac:picMk id="1026" creationId="{F81618E4-E40E-8C16-BB69-738DAAC3B760}"/>
          </ac:picMkLst>
        </pc:picChg>
        <pc:picChg chg="mod">
          <ac:chgData name="Rippe, Miguel (GJX)" userId="8b114fcc-1135-489e-a0e5-f54a9e5ba1a5" providerId="ADAL" clId="{333A5BAC-8D37-4F1D-BDAC-86A6A93473B5}" dt="2025-11-04T21:15:46.862" v="328" actId="1076"/>
          <ac:picMkLst>
            <pc:docMk/>
            <pc:sldMk cId="3414752223" sldId="2146848522"/>
            <ac:picMk id="1030" creationId="{83F10BC3-76C9-5D2E-A91A-D499E522371B}"/>
          </ac:picMkLst>
        </pc:picChg>
        <pc:picChg chg="mod">
          <ac:chgData name="Rippe, Miguel (GJX)" userId="8b114fcc-1135-489e-a0e5-f54a9e5ba1a5" providerId="ADAL" clId="{333A5BAC-8D37-4F1D-BDAC-86A6A93473B5}" dt="2025-11-04T21:01:55.976" v="84" actId="1076"/>
          <ac:picMkLst>
            <pc:docMk/>
            <pc:sldMk cId="3414752223" sldId="2146848522"/>
            <ac:picMk id="1032" creationId="{269950B2-0E47-BE39-9F31-6B9187A63113}"/>
          </ac:picMkLst>
        </pc:picChg>
        <pc:picChg chg="mod">
          <ac:chgData name="Rippe, Miguel (GJX)" userId="8b114fcc-1135-489e-a0e5-f54a9e5ba1a5" providerId="ADAL" clId="{333A5BAC-8D37-4F1D-BDAC-86A6A93473B5}" dt="2025-11-04T22:54:12.603" v="352" actId="1076"/>
          <ac:picMkLst>
            <pc:docMk/>
            <pc:sldMk cId="3414752223" sldId="2146848522"/>
            <ac:picMk id="1037" creationId="{B9864729-7E98-3B8D-D824-599F863C905D}"/>
          </ac:picMkLst>
        </pc:picChg>
        <pc:picChg chg="mod">
          <ac:chgData name="Rippe, Miguel (GJX)" userId="8b114fcc-1135-489e-a0e5-f54a9e5ba1a5" providerId="ADAL" clId="{333A5BAC-8D37-4F1D-BDAC-86A6A93473B5}" dt="2025-11-04T21:14:03.236" v="313" actId="1076"/>
          <ac:picMkLst>
            <pc:docMk/>
            <pc:sldMk cId="3414752223" sldId="2146848522"/>
            <ac:picMk id="1041" creationId="{07D54D4E-B1FF-1FFE-3F35-6D339E2FB318}"/>
          </ac:picMkLst>
        </pc:picChg>
        <pc:picChg chg="mod">
          <ac:chgData name="Rippe, Miguel (GJX)" userId="8b114fcc-1135-489e-a0e5-f54a9e5ba1a5" providerId="ADAL" clId="{333A5BAC-8D37-4F1D-BDAC-86A6A93473B5}" dt="2025-11-04T21:14:03.236" v="313" actId="1076"/>
          <ac:picMkLst>
            <pc:docMk/>
            <pc:sldMk cId="3414752223" sldId="2146848522"/>
            <ac:picMk id="1051" creationId="{89F2155B-34D1-C64E-4BA3-D49D5D804651}"/>
          </ac:picMkLst>
        </pc:picChg>
        <pc:picChg chg="mod">
          <ac:chgData name="Rippe, Miguel (GJX)" userId="8b114fcc-1135-489e-a0e5-f54a9e5ba1a5" providerId="ADAL" clId="{333A5BAC-8D37-4F1D-BDAC-86A6A93473B5}" dt="2025-11-04T21:14:03.236" v="313" actId="1076"/>
          <ac:picMkLst>
            <pc:docMk/>
            <pc:sldMk cId="3414752223" sldId="2146848522"/>
            <ac:picMk id="1059" creationId="{BB37EE4F-A7D8-249F-5FF6-C62BDA4D1D4D}"/>
          </ac:picMkLst>
        </pc:picChg>
        <pc:picChg chg="mod">
          <ac:chgData name="Rippe, Miguel (GJX)" userId="8b114fcc-1135-489e-a0e5-f54a9e5ba1a5" providerId="ADAL" clId="{333A5BAC-8D37-4F1D-BDAC-86A6A93473B5}" dt="2025-11-04T23:05:43.629" v="428" actId="1076"/>
          <ac:picMkLst>
            <pc:docMk/>
            <pc:sldMk cId="3414752223" sldId="2146848522"/>
            <ac:picMk id="1148" creationId="{DFF9E189-238C-5271-FE29-A94DF9D27600}"/>
          </ac:picMkLst>
        </pc:picChg>
        <pc:picChg chg="mod">
          <ac:chgData name="Rippe, Miguel (GJX)" userId="8b114fcc-1135-489e-a0e5-f54a9e5ba1a5" providerId="ADAL" clId="{333A5BAC-8D37-4F1D-BDAC-86A6A93473B5}" dt="2025-11-04T23:05:23.863" v="420" actId="1076"/>
          <ac:picMkLst>
            <pc:docMk/>
            <pc:sldMk cId="3414752223" sldId="2146848522"/>
            <ac:picMk id="1153" creationId="{F2D149F2-3B44-6ACB-105B-5D0C5726A2B9}"/>
          </ac:picMkLst>
        </pc:picChg>
        <pc:picChg chg="mod">
          <ac:chgData name="Rippe, Miguel (GJX)" userId="8b114fcc-1135-489e-a0e5-f54a9e5ba1a5" providerId="ADAL" clId="{333A5BAC-8D37-4F1D-BDAC-86A6A93473B5}" dt="2025-11-04T23:05:33.669" v="424" actId="1076"/>
          <ac:picMkLst>
            <pc:docMk/>
            <pc:sldMk cId="3414752223" sldId="2146848522"/>
            <ac:picMk id="1155" creationId="{BD481D67-98BE-0FD2-6CCE-7805F3C0F46B}"/>
          </ac:picMkLst>
        </pc:picChg>
        <pc:picChg chg="mod">
          <ac:chgData name="Rippe, Miguel (GJX)" userId="8b114fcc-1135-489e-a0e5-f54a9e5ba1a5" providerId="ADAL" clId="{333A5BAC-8D37-4F1D-BDAC-86A6A93473B5}" dt="2025-11-04T21:21:28.027" v="339" actId="1076"/>
          <ac:picMkLst>
            <pc:docMk/>
            <pc:sldMk cId="3414752223" sldId="2146848522"/>
            <ac:picMk id="1225" creationId="{317CA8C9-6A4B-B69A-41D5-0AAB2B262049}"/>
          </ac:picMkLst>
        </pc:picChg>
        <pc:picChg chg="mod">
          <ac:chgData name="Rippe, Miguel (GJX)" userId="8b114fcc-1135-489e-a0e5-f54a9e5ba1a5" providerId="ADAL" clId="{333A5BAC-8D37-4F1D-BDAC-86A6A93473B5}" dt="2025-11-04T22:58:59.988" v="414" actId="1076"/>
          <ac:picMkLst>
            <pc:docMk/>
            <pc:sldMk cId="3414752223" sldId="2146848522"/>
            <ac:picMk id="1308" creationId="{9D3E7BB7-903D-753C-B233-D76555134611}"/>
          </ac:picMkLst>
        </pc:picChg>
        <pc:cxnChg chg="add mod">
          <ac:chgData name="Rippe, Miguel (GJX)" userId="8b114fcc-1135-489e-a0e5-f54a9e5ba1a5" providerId="ADAL" clId="{333A5BAC-8D37-4F1D-BDAC-86A6A93473B5}" dt="2025-11-04T21:05:46.086" v="143" actId="14100"/>
          <ac:cxnSpMkLst>
            <pc:docMk/>
            <pc:sldMk cId="3414752223" sldId="2146848522"/>
            <ac:cxnSpMk id="28" creationId="{A3CC8F3E-16B3-5149-942B-A545BDDDC0AC}"/>
          </ac:cxnSpMkLst>
        </pc:cxnChg>
        <pc:cxnChg chg="add mod">
          <ac:chgData name="Rippe, Miguel (GJX)" userId="8b114fcc-1135-489e-a0e5-f54a9e5ba1a5" providerId="ADAL" clId="{333A5BAC-8D37-4F1D-BDAC-86A6A93473B5}" dt="2025-11-04T21:08:21.181" v="206" actId="14100"/>
          <ac:cxnSpMkLst>
            <pc:docMk/>
            <pc:sldMk cId="3414752223" sldId="2146848522"/>
            <ac:cxnSpMk id="39" creationId="{96134BC7-C8C2-9D88-35D8-B75BCF1500DA}"/>
          </ac:cxnSpMkLst>
        </pc:cxnChg>
        <pc:cxnChg chg="add mod">
          <ac:chgData name="Rippe, Miguel (GJX)" userId="8b114fcc-1135-489e-a0e5-f54a9e5ba1a5" providerId="ADAL" clId="{333A5BAC-8D37-4F1D-BDAC-86A6A93473B5}" dt="2025-11-04T21:11:01.664" v="253" actId="1076"/>
          <ac:cxnSpMkLst>
            <pc:docMk/>
            <pc:sldMk cId="3414752223" sldId="2146848522"/>
            <ac:cxnSpMk id="51" creationId="{80FAFA8C-B8F7-3982-B519-193B7D8923A0}"/>
          </ac:cxnSpMkLst>
        </pc:cxnChg>
        <pc:cxnChg chg="add mod">
          <ac:chgData name="Rippe, Miguel (GJX)" userId="8b114fcc-1135-489e-a0e5-f54a9e5ba1a5" providerId="ADAL" clId="{333A5BAC-8D37-4F1D-BDAC-86A6A93473B5}" dt="2025-11-04T21:10:59.422" v="252" actId="14100"/>
          <ac:cxnSpMkLst>
            <pc:docMk/>
            <pc:sldMk cId="3414752223" sldId="2146848522"/>
            <ac:cxnSpMk id="54" creationId="{CDEF74B7-B03C-4F61-1FD9-5C28E500ED8E}"/>
          </ac:cxnSpMkLst>
        </pc:cxnChg>
        <pc:cxnChg chg="mod">
          <ac:chgData name="Rippe, Miguel (GJX)" userId="8b114fcc-1135-489e-a0e5-f54a9e5ba1a5" providerId="ADAL" clId="{333A5BAC-8D37-4F1D-BDAC-86A6A93473B5}" dt="2025-11-04T21:08:34.750" v="210" actId="14100"/>
          <ac:cxnSpMkLst>
            <pc:docMk/>
            <pc:sldMk cId="3414752223" sldId="2146848522"/>
            <ac:cxnSpMk id="56" creationId="{833F7A9B-1641-6586-A147-9AE641EB1073}"/>
          </ac:cxnSpMkLst>
        </pc:cxnChg>
        <pc:cxnChg chg="mod">
          <ac:chgData name="Rippe, Miguel (GJX)" userId="8b114fcc-1135-489e-a0e5-f54a9e5ba1a5" providerId="ADAL" clId="{333A5BAC-8D37-4F1D-BDAC-86A6A93473B5}" dt="2025-11-04T21:11:43.335" v="274" actId="14100"/>
          <ac:cxnSpMkLst>
            <pc:docMk/>
            <pc:sldMk cId="3414752223" sldId="2146848522"/>
            <ac:cxnSpMk id="60" creationId="{97A9CE3D-4C1F-AF42-1B7E-F71F7E053065}"/>
          </ac:cxnSpMkLst>
        </pc:cxnChg>
        <pc:cxnChg chg="mod">
          <ac:chgData name="Rippe, Miguel (GJX)" userId="8b114fcc-1135-489e-a0e5-f54a9e5ba1a5" providerId="ADAL" clId="{333A5BAC-8D37-4F1D-BDAC-86A6A93473B5}" dt="2025-11-04T21:04:12.042" v="88" actId="1076"/>
          <ac:cxnSpMkLst>
            <pc:docMk/>
            <pc:sldMk cId="3414752223" sldId="2146848522"/>
            <ac:cxnSpMk id="61" creationId="{9CD54C84-CDA8-8DC1-3D3A-1CE5E543D580}"/>
          </ac:cxnSpMkLst>
        </pc:cxnChg>
        <pc:cxnChg chg="mod">
          <ac:chgData name="Rippe, Miguel (GJX)" userId="8b114fcc-1135-489e-a0e5-f54a9e5ba1a5" providerId="ADAL" clId="{333A5BAC-8D37-4F1D-BDAC-86A6A93473B5}" dt="2025-11-04T22:58:18.352" v="412" actId="14100"/>
          <ac:cxnSpMkLst>
            <pc:docMk/>
            <pc:sldMk cId="3414752223" sldId="2146848522"/>
            <ac:cxnSpMk id="1072" creationId="{4FC1CD6B-DCAD-8107-7623-D3F95D85D35D}"/>
          </ac:cxnSpMkLst>
        </pc:cxnChg>
        <pc:cxnChg chg="mod">
          <ac:chgData name="Rippe, Miguel (GJX)" userId="8b114fcc-1135-489e-a0e5-f54a9e5ba1a5" providerId="ADAL" clId="{333A5BAC-8D37-4F1D-BDAC-86A6A93473B5}" dt="2025-11-04T22:53:12.519" v="345" actId="1076"/>
          <ac:cxnSpMkLst>
            <pc:docMk/>
            <pc:sldMk cId="3414752223" sldId="2146848522"/>
            <ac:cxnSpMk id="1099" creationId="{157BEF6B-D90E-1C39-7608-3A2C3ED608BB}"/>
          </ac:cxnSpMkLst>
        </pc:cxnChg>
        <pc:cxnChg chg="mod">
          <ac:chgData name="Rippe, Miguel (GJX)" userId="8b114fcc-1135-489e-a0e5-f54a9e5ba1a5" providerId="ADAL" clId="{333A5BAC-8D37-4F1D-BDAC-86A6A93473B5}" dt="2025-11-04T21:07:02.237" v="172" actId="1076"/>
          <ac:cxnSpMkLst>
            <pc:docMk/>
            <pc:sldMk cId="3414752223" sldId="2146848522"/>
            <ac:cxnSpMk id="1107" creationId="{CAF22AF4-D803-B19B-782D-9CEFA1F4F21D}"/>
          </ac:cxnSpMkLst>
        </pc:cxnChg>
        <pc:cxnChg chg="mod">
          <ac:chgData name="Rippe, Miguel (GJX)" userId="8b114fcc-1135-489e-a0e5-f54a9e5ba1a5" providerId="ADAL" clId="{333A5BAC-8D37-4F1D-BDAC-86A6A93473B5}" dt="2025-11-04T23:10:14.563" v="432" actId="14100"/>
          <ac:cxnSpMkLst>
            <pc:docMk/>
            <pc:sldMk cId="3414752223" sldId="2146848522"/>
            <ac:cxnSpMk id="1110" creationId="{675B30E5-6B86-DF3C-2A23-532D253D3D80}"/>
          </ac:cxnSpMkLst>
        </pc:cxnChg>
        <pc:cxnChg chg="mod">
          <ac:chgData name="Rippe, Miguel (GJX)" userId="8b114fcc-1135-489e-a0e5-f54a9e5ba1a5" providerId="ADAL" clId="{333A5BAC-8D37-4F1D-BDAC-86A6A93473B5}" dt="2025-11-04T21:10:45.434" v="244" actId="1076"/>
          <ac:cxnSpMkLst>
            <pc:docMk/>
            <pc:sldMk cId="3414752223" sldId="2146848522"/>
            <ac:cxnSpMk id="1216" creationId="{3A899016-DD11-FBA7-B0AA-6E09E4FFC233}"/>
          </ac:cxnSpMkLst>
        </pc:cxnChg>
        <pc:cxnChg chg="mod">
          <ac:chgData name="Rippe, Miguel (GJX)" userId="8b114fcc-1135-489e-a0e5-f54a9e5ba1a5" providerId="ADAL" clId="{333A5BAC-8D37-4F1D-BDAC-86A6A93473B5}" dt="2025-11-04T23:11:19.427" v="435" actId="14100"/>
          <ac:cxnSpMkLst>
            <pc:docMk/>
            <pc:sldMk cId="3414752223" sldId="2146848522"/>
            <ac:cxnSpMk id="1230" creationId="{749BDF2D-AF01-F50D-F0C8-34C7AB0B821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C252D-7601-470A-8F41-36F6DA666D3B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3FB75-2EAB-4268-A574-019FABAA83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261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534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B42A6-C927-8567-A0CE-1087539AE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62F016-1C32-C787-0DD3-F2080BB47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120F76-3466-7DA6-2BB4-3942DE4E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6F4F4F-F3A4-1998-42FB-80C83F7C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42CBA-0B45-21D9-7716-48644086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4489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9C954-C555-3EC6-507B-70F7A6D3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9E170A-3A1E-2BDC-700B-421BF7D08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86AE2-D009-25A4-C165-981A2A42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932640-DECD-CB8D-D8D7-50153BE7C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CE326-F608-A0EE-451D-A5B2BAF2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036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489A0-4080-E592-8FA9-007DE0D3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1B0758-17D2-5DD5-7B95-20FF2284F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A010A-EFFA-1000-0A1D-0EE22786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C2682D-CAB1-11C0-F021-C960C341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70C371-F5B5-42EF-223A-44E2FA6B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280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61408-F0A1-11C1-4A39-BC18065C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6A96E9-2D35-9A75-2793-48A5085C4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C37DA6-85B4-69B4-9A25-31BD05B31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097B30-9ED4-2BDF-230F-84ED9291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38ABFC-3D40-D836-D53C-FBEA4410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6EB628-84F2-D643-7CEE-B3FF46BF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1454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108B9-6B0A-F3D6-A6C2-E0E1BC24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755160-7AD8-C5A4-24BD-5DCCAD23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88D1CB-DF00-2BAD-7FAF-64737BFB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571F8D-C068-3C5E-6EBF-ACC64D5A6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E3A810-4A8B-5D1C-F4B5-78CE32BC0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A838EB-B4AF-376A-C165-EE5A156E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E8CD2C0-9D32-3EEA-24E5-76DC4ACD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8742F9-D9C2-9977-6143-070D7225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981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5D116-E826-52C3-CA0B-C4AA5EB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730D9B-9CA3-341C-A753-34D21F27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FB9D59-10A5-AB1D-785E-8061C77A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40CFAC-E979-9FCB-2D54-43A438658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916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5076DF-7C7C-4EFA-D9B6-39A738DD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E81C8D-BFB2-A977-AE21-A332F4D4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96A6FF-DE1F-407B-7F6E-3504490D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507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F8ED2-9722-1CFC-91E8-14975499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A2B9A-EED5-CADA-D968-A6CDA3889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64354A-9769-F863-D9A2-A7AFECD87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D71614-94FB-F329-9934-64599B8E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8EFA8B-DDC0-A917-ABF8-8B0EAE8E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BD498B-D0FA-51C5-7878-8F86A14D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6213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34047-BAA0-F7D1-FB92-EA861EF15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21D55C-7C10-D5D0-9BE1-F4C88DFC0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EA6F1E-3373-A0E1-AE15-AEF28E273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F77672-B7FA-6296-2926-4105BB06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DE589-DFC5-A645-9DD9-2490EE76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0F796C-191A-98EF-91AC-1A349232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04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EB1AC-0C67-FE62-B38A-577E7175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2FD44B-5EC4-FD00-4878-8FD33FC56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5990EC-8F82-B21D-F80C-389E94F6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A8B777-B8FC-0300-95EA-FE9ED5BA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4FD2B8-250D-449D-D93B-ADD2C024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79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3E5C66-4AAA-3323-BCC6-42C25A057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95ACB7-A523-E962-9740-EE6570EE6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700C73-35C7-5966-05D1-CC20F979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0F2B3-C8CE-32D1-A051-FAE9F34A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708AA-2C55-3AE9-21FB-9AF8C3CE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060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07988" y="6200774"/>
            <a:ext cx="9729787" cy="657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887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8F91AB-3D37-5E46-58D7-957281B2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9EB127-13F4-B1E3-8559-00E5A80CD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72124F-7C2C-EB44-0282-BEE381E11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A4641-47C7-4C97-9654-F9D11B5412F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9097D0-3864-92B8-5D55-695EF365E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7AF3E6-4BC2-C40F-A832-886224112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7BE67-4988-4008-8EBB-904A6475E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459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26" Type="http://schemas.openxmlformats.org/officeDocument/2006/relationships/image" Target="../media/image23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8.jpe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6.jpe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8729E996-BC45-8482-536C-CF84AB2E1FFD}"/>
              </a:ext>
            </a:extLst>
          </p:cNvPr>
          <p:cNvSpPr/>
          <p:nvPr/>
        </p:nvSpPr>
        <p:spPr>
          <a:xfrm>
            <a:off x="187183" y="960117"/>
            <a:ext cx="11701024" cy="5726433"/>
          </a:xfrm>
          <a:prstGeom prst="roundRect">
            <a:avLst>
              <a:gd name="adj" fmla="val 1164"/>
            </a:avLst>
          </a:prstGeom>
          <a:noFill/>
          <a:ln w="28575">
            <a:solidFill>
              <a:srgbClr val="0070C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 err="1"/>
          </a:p>
        </p:txBody>
      </p:sp>
      <p:sp>
        <p:nvSpPr>
          <p:cNvPr id="1159" name="Rectángulo: esquinas redondeadas 1158">
            <a:extLst>
              <a:ext uri="{FF2B5EF4-FFF2-40B4-BE49-F238E27FC236}">
                <a16:creationId xmlns:a16="http://schemas.microsoft.com/office/drawing/2014/main" id="{5D3B872F-D80E-2A36-8C40-61957639CDB9}"/>
              </a:ext>
            </a:extLst>
          </p:cNvPr>
          <p:cNvSpPr/>
          <p:nvPr/>
        </p:nvSpPr>
        <p:spPr>
          <a:xfrm rot="5400000">
            <a:off x="1850650" y="-891908"/>
            <a:ext cx="1149527" cy="4223911"/>
          </a:xfrm>
          <a:prstGeom prst="roundRect">
            <a:avLst>
              <a:gd name="adj" fmla="val 1935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21389D0-E582-405E-B185-758EA3B1FC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68905" y="-24168"/>
            <a:ext cx="3352700" cy="637628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/>
              <a:t>Proyecto </a:t>
            </a:r>
            <a:r>
              <a:rPr lang="en-US" sz="2400" b="1" dirty="0" err="1"/>
              <a:t>TransMilenio</a:t>
            </a:r>
            <a:endParaRPr lang="en-US" sz="2400" b="1" dirty="0"/>
          </a:p>
        </p:txBody>
      </p:sp>
      <p:pic>
        <p:nvPicPr>
          <p:cNvPr id="1091" name="Picture 2" descr="Data Lake Foundation on AWS">
            <a:extLst>
              <a:ext uri="{FF2B5EF4-FFF2-40B4-BE49-F238E27FC236}">
                <a16:creationId xmlns:a16="http://schemas.microsoft.com/office/drawing/2014/main" id="{F13A918C-D1BD-BB40-DE29-4B6D24C03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1" t="13086" r="31757" b="16077"/>
          <a:stretch/>
        </p:blipFill>
        <p:spPr bwMode="auto">
          <a:xfrm>
            <a:off x="10740163" y="2217595"/>
            <a:ext cx="713755" cy="117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Api - Iconos gratis de computadora">
            <a:extLst>
              <a:ext uri="{FF2B5EF4-FFF2-40B4-BE49-F238E27FC236}">
                <a16:creationId xmlns:a16="http://schemas.microsoft.com/office/drawing/2014/main" id="{41456824-731B-67EE-1AA6-ACCED2540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687" y="1908304"/>
            <a:ext cx="444229" cy="44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33F7A9B-1641-6586-A147-9AE641EB1073}"/>
              </a:ext>
            </a:extLst>
          </p:cNvPr>
          <p:cNvCxnSpPr>
            <a:cxnSpLocks/>
          </p:cNvCxnSpPr>
          <p:nvPr/>
        </p:nvCxnSpPr>
        <p:spPr>
          <a:xfrm>
            <a:off x="3432410" y="2217595"/>
            <a:ext cx="6912" cy="41756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97A9CE3D-4C1F-AF42-1B7E-F71F7E053065}"/>
              </a:ext>
            </a:extLst>
          </p:cNvPr>
          <p:cNvCxnSpPr>
            <a:cxnSpLocks/>
          </p:cNvCxnSpPr>
          <p:nvPr/>
        </p:nvCxnSpPr>
        <p:spPr>
          <a:xfrm>
            <a:off x="1503961" y="2301904"/>
            <a:ext cx="3792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de flecha 1071">
            <a:extLst>
              <a:ext uri="{FF2B5EF4-FFF2-40B4-BE49-F238E27FC236}">
                <a16:creationId xmlns:a16="http://schemas.microsoft.com/office/drawing/2014/main" id="{4FC1CD6B-DCAD-8107-7623-D3F95D85D35D}"/>
              </a:ext>
            </a:extLst>
          </p:cNvPr>
          <p:cNvCxnSpPr>
            <a:cxnSpLocks/>
          </p:cNvCxnSpPr>
          <p:nvPr/>
        </p:nvCxnSpPr>
        <p:spPr>
          <a:xfrm>
            <a:off x="4248740" y="4243703"/>
            <a:ext cx="66289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7" name="Grupo 1076">
            <a:extLst>
              <a:ext uri="{FF2B5EF4-FFF2-40B4-BE49-F238E27FC236}">
                <a16:creationId xmlns:a16="http://schemas.microsoft.com/office/drawing/2014/main" id="{4C0469BE-4117-D3D7-00DA-ED827525F194}"/>
              </a:ext>
            </a:extLst>
          </p:cNvPr>
          <p:cNvGrpSpPr/>
          <p:nvPr/>
        </p:nvGrpSpPr>
        <p:grpSpPr>
          <a:xfrm>
            <a:off x="6875975" y="2363401"/>
            <a:ext cx="917743" cy="750736"/>
            <a:chOff x="5288503" y="3590501"/>
            <a:chExt cx="1429774" cy="1055769"/>
          </a:xfrm>
        </p:grpSpPr>
        <p:pic>
          <p:nvPicPr>
            <p:cNvPr id="1079" name="Imagen 1078" descr="Imagen que contiene Interfaz de usuario gráfica&#10;&#10;Descripción generada automáticamente">
              <a:extLst>
                <a:ext uri="{FF2B5EF4-FFF2-40B4-BE49-F238E27FC236}">
                  <a16:creationId xmlns:a16="http://schemas.microsoft.com/office/drawing/2014/main" id="{40F821D1-D995-690A-5389-BF1F317D73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47" t="14348" r="24424" b="39027"/>
            <a:stretch/>
          </p:blipFill>
          <p:spPr>
            <a:xfrm>
              <a:off x="5437541" y="3590501"/>
              <a:ext cx="1166485" cy="741223"/>
            </a:xfrm>
            <a:prstGeom prst="rect">
              <a:avLst/>
            </a:prstGeom>
          </p:spPr>
        </p:pic>
        <p:sp>
          <p:nvSpPr>
            <p:cNvPr id="1080" name="CuadroTexto 1079">
              <a:extLst>
                <a:ext uri="{FF2B5EF4-FFF2-40B4-BE49-F238E27FC236}">
                  <a16:creationId xmlns:a16="http://schemas.microsoft.com/office/drawing/2014/main" id="{8DCEDC89-8653-D579-DD3F-AECB3A0CD507}"/>
                </a:ext>
              </a:extLst>
            </p:cNvPr>
            <p:cNvSpPr txBox="1"/>
            <p:nvPr/>
          </p:nvSpPr>
          <p:spPr>
            <a:xfrm>
              <a:off x="5288503" y="4321857"/>
              <a:ext cx="1429774" cy="32441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dirty="0"/>
                <a:t>AWS </a:t>
              </a:r>
              <a:r>
                <a:rPr lang="en-US" sz="1200" b="1" dirty="0"/>
                <a:t>Glue</a:t>
              </a:r>
              <a:endParaRPr lang="es-CO" sz="1200" b="1" dirty="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4363F324-DD13-7E68-92DE-B2784E300CA4}"/>
              </a:ext>
            </a:extLst>
          </p:cNvPr>
          <p:cNvGrpSpPr/>
          <p:nvPr/>
        </p:nvGrpSpPr>
        <p:grpSpPr>
          <a:xfrm>
            <a:off x="2982439" y="5301526"/>
            <a:ext cx="1164652" cy="989291"/>
            <a:chOff x="6672079" y="2544271"/>
            <a:chExt cx="1138361" cy="986999"/>
          </a:xfrm>
        </p:grpSpPr>
        <p:pic>
          <p:nvPicPr>
            <p:cNvPr id="1026" name="Picture 2" descr="Aws Aurora icon - Free Download PNG &amp; SVG | Streamline">
              <a:extLst>
                <a:ext uri="{FF2B5EF4-FFF2-40B4-BE49-F238E27FC236}">
                  <a16:creationId xmlns:a16="http://schemas.microsoft.com/office/drawing/2014/main" id="{F81618E4-E40E-8C16-BB69-738DAAC3B7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5795" y="2544271"/>
              <a:ext cx="549069" cy="549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9EAF724-69E2-AC1E-B10F-EB3C33E36D1F}"/>
                </a:ext>
              </a:extLst>
            </p:cNvPr>
            <p:cNvSpPr txBox="1"/>
            <p:nvPr/>
          </p:nvSpPr>
          <p:spPr>
            <a:xfrm>
              <a:off x="6672079" y="3243755"/>
              <a:ext cx="1138361" cy="28751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/>
                <a:t>AWS </a:t>
              </a:r>
              <a:r>
                <a:rPr lang="en-US" sz="1400" b="1"/>
                <a:t>Aurora </a:t>
              </a:r>
              <a:endParaRPr lang="es-CO" sz="1400" b="1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740E6FC-0023-C0E4-55FE-53DE4145D8BE}"/>
              </a:ext>
            </a:extLst>
          </p:cNvPr>
          <p:cNvSpPr txBox="1"/>
          <p:nvPr/>
        </p:nvSpPr>
        <p:spPr>
          <a:xfrm>
            <a:off x="1579750" y="5301527"/>
            <a:ext cx="1640899" cy="550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CO" sz="1100" i="1"/>
              <a:t>Información de estaciones, buses y portales, y rutas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2E76C1-6C46-B3DE-AAE4-68A100145D91}"/>
              </a:ext>
            </a:extLst>
          </p:cNvPr>
          <p:cNvSpPr txBox="1"/>
          <p:nvPr/>
        </p:nvSpPr>
        <p:spPr>
          <a:xfrm>
            <a:off x="485695" y="4471892"/>
            <a:ext cx="1397531" cy="39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CO" sz="1100" i="1" dirty="0"/>
              <a:t>Generador de Coordenadas .</a:t>
            </a:r>
            <a:r>
              <a:rPr lang="es-CO" sz="1100" i="1" dirty="0" err="1"/>
              <a:t>py</a:t>
            </a:r>
            <a:endParaRPr lang="es-CO" sz="1100" i="1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9CD54C84-CDA8-8DC1-3D3A-1CE5E543D580}"/>
              </a:ext>
            </a:extLst>
          </p:cNvPr>
          <p:cNvCxnSpPr>
            <a:cxnSpLocks/>
          </p:cNvCxnSpPr>
          <p:nvPr/>
        </p:nvCxnSpPr>
        <p:spPr>
          <a:xfrm flipV="1">
            <a:off x="1095994" y="3303427"/>
            <a:ext cx="0" cy="37309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7" name="Grupo 1096">
            <a:extLst>
              <a:ext uri="{FF2B5EF4-FFF2-40B4-BE49-F238E27FC236}">
                <a16:creationId xmlns:a16="http://schemas.microsoft.com/office/drawing/2014/main" id="{44F2258C-23F0-D433-9766-FF1C000E85B7}"/>
              </a:ext>
            </a:extLst>
          </p:cNvPr>
          <p:cNvGrpSpPr/>
          <p:nvPr/>
        </p:nvGrpSpPr>
        <p:grpSpPr>
          <a:xfrm>
            <a:off x="9653373" y="4648843"/>
            <a:ext cx="1241980" cy="974338"/>
            <a:chOff x="8106913" y="4165149"/>
            <a:chExt cx="1065514" cy="809395"/>
          </a:xfrm>
        </p:grpSpPr>
        <p:pic>
          <p:nvPicPr>
            <p:cNvPr id="1037" name="Picture 48" descr="Draw AWS Architecture Diagrams Online">
              <a:extLst>
                <a:ext uri="{FF2B5EF4-FFF2-40B4-BE49-F238E27FC236}">
                  <a16:creationId xmlns:a16="http://schemas.microsoft.com/office/drawing/2014/main" id="{B9864729-7E98-3B8D-D824-599F863C9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9328" y="4165149"/>
              <a:ext cx="489451" cy="468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9" name="CuadroTexto 1038">
              <a:extLst>
                <a:ext uri="{FF2B5EF4-FFF2-40B4-BE49-F238E27FC236}">
                  <a16:creationId xmlns:a16="http://schemas.microsoft.com/office/drawing/2014/main" id="{AAF40E40-F592-247A-6D43-48AACF88D5CC}"/>
                </a:ext>
              </a:extLst>
            </p:cNvPr>
            <p:cNvSpPr txBox="1"/>
            <p:nvPr/>
          </p:nvSpPr>
          <p:spPr>
            <a:xfrm>
              <a:off x="8106913" y="4716012"/>
              <a:ext cx="1065514" cy="2585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/>
                <a:t>AWS </a:t>
              </a:r>
              <a:r>
                <a:rPr lang="en-US" sz="1200" b="1"/>
                <a:t>Redshift</a:t>
              </a:r>
              <a:endParaRPr lang="es-CO" sz="1200" b="1"/>
            </a:p>
          </p:txBody>
        </p:sp>
      </p:grpSp>
      <p:grpSp>
        <p:nvGrpSpPr>
          <p:cNvPr id="1093" name="Grupo 1092">
            <a:extLst>
              <a:ext uri="{FF2B5EF4-FFF2-40B4-BE49-F238E27FC236}">
                <a16:creationId xmlns:a16="http://schemas.microsoft.com/office/drawing/2014/main" id="{8D5C1B3C-2ED1-3D94-89E3-18AB4307ED3A}"/>
              </a:ext>
            </a:extLst>
          </p:cNvPr>
          <p:cNvGrpSpPr/>
          <p:nvPr/>
        </p:nvGrpSpPr>
        <p:grpSpPr>
          <a:xfrm>
            <a:off x="8756304" y="1362518"/>
            <a:ext cx="2853201" cy="2264731"/>
            <a:chOff x="6543605" y="951763"/>
            <a:chExt cx="2937727" cy="2264731"/>
          </a:xfrm>
        </p:grpSpPr>
        <p:grpSp>
          <p:nvGrpSpPr>
            <p:cNvPr id="1040" name="Grupo 1039">
              <a:extLst>
                <a:ext uri="{FF2B5EF4-FFF2-40B4-BE49-F238E27FC236}">
                  <a16:creationId xmlns:a16="http://schemas.microsoft.com/office/drawing/2014/main" id="{68C2A59C-FA2A-A8F1-5273-5728E7CE3EE4}"/>
                </a:ext>
              </a:extLst>
            </p:cNvPr>
            <p:cNvGrpSpPr/>
            <p:nvPr/>
          </p:nvGrpSpPr>
          <p:grpSpPr>
            <a:xfrm>
              <a:off x="8249147" y="1005669"/>
              <a:ext cx="1232185" cy="726685"/>
              <a:chOff x="4841447" y="1475076"/>
              <a:chExt cx="1372611" cy="983432"/>
            </a:xfrm>
          </p:grpSpPr>
          <p:pic>
            <p:nvPicPr>
              <p:cNvPr id="1041" name="Picture 42" descr="Trying Out Various Settings for Amazon S3 Publishing - DEV Community  👩‍💻👨‍💻">
                <a:extLst>
                  <a:ext uri="{FF2B5EF4-FFF2-40B4-BE49-F238E27FC236}">
                    <a16:creationId xmlns:a16="http://schemas.microsoft.com/office/drawing/2014/main" id="{07D54D4E-B1FF-1FFE-3F35-6D339E2FB3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94348" y="1475076"/>
                <a:ext cx="520282" cy="5915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3" name="CuadroTexto 1042">
                <a:extLst>
                  <a:ext uri="{FF2B5EF4-FFF2-40B4-BE49-F238E27FC236}">
                    <a16:creationId xmlns:a16="http://schemas.microsoft.com/office/drawing/2014/main" id="{4B09E99A-403C-C2BC-C4A5-E54B3823873B}"/>
                  </a:ext>
                </a:extLst>
              </p:cNvPr>
              <p:cNvSpPr txBox="1"/>
              <p:nvPr/>
            </p:nvSpPr>
            <p:spPr>
              <a:xfrm>
                <a:off x="4841447" y="2108633"/>
                <a:ext cx="1372611" cy="3498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/>
                  <a:t>AWS </a:t>
                </a:r>
                <a:r>
                  <a:rPr lang="en-US" sz="1200" b="1"/>
                  <a:t>S3</a:t>
                </a:r>
                <a:endParaRPr lang="es-CO" sz="1200" b="1"/>
              </a:p>
            </p:txBody>
          </p:sp>
        </p:grpSp>
        <p:grpSp>
          <p:nvGrpSpPr>
            <p:cNvPr id="1050" name="Grupo 1049">
              <a:extLst>
                <a:ext uri="{FF2B5EF4-FFF2-40B4-BE49-F238E27FC236}">
                  <a16:creationId xmlns:a16="http://schemas.microsoft.com/office/drawing/2014/main" id="{02A944C6-E704-E74E-DD4D-1762B8905137}"/>
                </a:ext>
              </a:extLst>
            </p:cNvPr>
            <p:cNvGrpSpPr/>
            <p:nvPr/>
          </p:nvGrpSpPr>
          <p:grpSpPr>
            <a:xfrm>
              <a:off x="6618502" y="1644726"/>
              <a:ext cx="1030906" cy="1004909"/>
              <a:chOff x="3599580" y="2497160"/>
              <a:chExt cx="1372611" cy="1251637"/>
            </a:xfrm>
          </p:grpSpPr>
          <p:pic>
            <p:nvPicPr>
              <p:cNvPr id="1051" name="Imagen 1050">
                <a:extLst>
                  <a:ext uri="{FF2B5EF4-FFF2-40B4-BE49-F238E27FC236}">
                    <a16:creationId xmlns:a16="http://schemas.microsoft.com/office/drawing/2014/main" id="{89F2155B-34D1-C64E-4BA3-D49D5D804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48987" y="2497160"/>
                <a:ext cx="655160" cy="682843"/>
              </a:xfrm>
              <a:prstGeom prst="rect">
                <a:avLst/>
              </a:prstGeom>
            </p:spPr>
          </p:pic>
          <p:sp>
            <p:nvSpPr>
              <p:cNvPr id="1057" name="CuadroTexto 1056">
                <a:extLst>
                  <a:ext uri="{FF2B5EF4-FFF2-40B4-BE49-F238E27FC236}">
                    <a16:creationId xmlns:a16="http://schemas.microsoft.com/office/drawing/2014/main" id="{12DBD251-2188-1BEE-A5C8-D703A280A9EF}"/>
                  </a:ext>
                </a:extLst>
              </p:cNvPr>
              <p:cNvSpPr txBox="1"/>
              <p:nvPr/>
            </p:nvSpPr>
            <p:spPr>
              <a:xfrm>
                <a:off x="3599580" y="3149185"/>
                <a:ext cx="1372611" cy="59961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b="1" dirty="0"/>
                  <a:t>Historic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400" dirty="0"/>
                  <a:t>folder</a:t>
                </a:r>
                <a:endParaRPr lang="es-CO" sz="1400" dirty="0"/>
              </a:p>
            </p:txBody>
          </p:sp>
        </p:grpSp>
        <p:grpSp>
          <p:nvGrpSpPr>
            <p:cNvPr id="1058" name="Grupo 1057">
              <a:extLst>
                <a:ext uri="{FF2B5EF4-FFF2-40B4-BE49-F238E27FC236}">
                  <a16:creationId xmlns:a16="http://schemas.microsoft.com/office/drawing/2014/main" id="{B5B4671E-DA87-005D-9D4A-8AB6CBF80B22}"/>
                </a:ext>
              </a:extLst>
            </p:cNvPr>
            <p:cNvGrpSpPr/>
            <p:nvPr/>
          </p:nvGrpSpPr>
          <p:grpSpPr>
            <a:xfrm>
              <a:off x="7531533" y="1631395"/>
              <a:ext cx="1128208" cy="1023869"/>
              <a:chOff x="5986673" y="1123603"/>
              <a:chExt cx="1372611" cy="1141611"/>
            </a:xfrm>
          </p:grpSpPr>
          <p:pic>
            <p:nvPicPr>
              <p:cNvPr id="1059" name="Imagen 1058">
                <a:extLst>
                  <a:ext uri="{FF2B5EF4-FFF2-40B4-BE49-F238E27FC236}">
                    <a16:creationId xmlns:a16="http://schemas.microsoft.com/office/drawing/2014/main" id="{BB37EE4F-A7D8-249F-5FF6-C62BDA4D1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1117" y="1123603"/>
                <a:ext cx="598656" cy="623951"/>
              </a:xfrm>
              <a:prstGeom prst="rect">
                <a:avLst/>
              </a:prstGeom>
            </p:spPr>
          </p:pic>
          <p:sp>
            <p:nvSpPr>
              <p:cNvPr id="1062" name="CuadroTexto 1061">
                <a:extLst>
                  <a:ext uri="{FF2B5EF4-FFF2-40B4-BE49-F238E27FC236}">
                    <a16:creationId xmlns:a16="http://schemas.microsoft.com/office/drawing/2014/main" id="{530E5FF5-D752-FD12-B031-BC2B911FC18D}"/>
                  </a:ext>
                </a:extLst>
              </p:cNvPr>
              <p:cNvSpPr txBox="1"/>
              <p:nvPr/>
            </p:nvSpPr>
            <p:spPr>
              <a:xfrm>
                <a:off x="5986673" y="1729870"/>
                <a:ext cx="1372611" cy="53534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b="1" dirty="0"/>
                  <a:t>Temporary </a:t>
                </a:r>
                <a:r>
                  <a:rPr lang="en-US" sz="1400" dirty="0"/>
                  <a:t>folder</a:t>
                </a:r>
                <a:endParaRPr lang="es-CO" sz="1400" dirty="0"/>
              </a:p>
            </p:txBody>
          </p:sp>
        </p:grpSp>
        <p:sp>
          <p:nvSpPr>
            <p:cNvPr id="1076" name="Rectángulo: esquinas redondeadas 1075">
              <a:extLst>
                <a:ext uri="{FF2B5EF4-FFF2-40B4-BE49-F238E27FC236}">
                  <a16:creationId xmlns:a16="http://schemas.microsoft.com/office/drawing/2014/main" id="{24414890-3BBC-0D84-FD88-48615EC1E482}"/>
                </a:ext>
              </a:extLst>
            </p:cNvPr>
            <p:cNvSpPr/>
            <p:nvPr/>
          </p:nvSpPr>
          <p:spPr>
            <a:xfrm>
              <a:off x="6543605" y="951763"/>
              <a:ext cx="2937727" cy="2264731"/>
            </a:xfrm>
            <a:prstGeom prst="roundRect">
              <a:avLst>
                <a:gd name="adj" fmla="val 5757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s-CO" err="1"/>
            </a:p>
          </p:txBody>
        </p:sp>
      </p:grpSp>
      <p:cxnSp>
        <p:nvCxnSpPr>
          <p:cNvPr id="1099" name="Conector recto de flecha 1098">
            <a:extLst>
              <a:ext uri="{FF2B5EF4-FFF2-40B4-BE49-F238E27FC236}">
                <a16:creationId xmlns:a16="http://schemas.microsoft.com/office/drawing/2014/main" id="{157BEF6B-D90E-1C39-7608-3A2C3ED608BB}"/>
              </a:ext>
            </a:extLst>
          </p:cNvPr>
          <p:cNvCxnSpPr>
            <a:cxnSpLocks/>
          </p:cNvCxnSpPr>
          <p:nvPr/>
        </p:nvCxnSpPr>
        <p:spPr>
          <a:xfrm>
            <a:off x="10248746" y="3667808"/>
            <a:ext cx="7219" cy="29037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5" name="Rectángulo: esquinas redondeadas 1104">
            <a:extLst>
              <a:ext uri="{FF2B5EF4-FFF2-40B4-BE49-F238E27FC236}">
                <a16:creationId xmlns:a16="http://schemas.microsoft.com/office/drawing/2014/main" id="{E6BE8E4F-0058-6DBA-43BF-1ECFE8D5B518}"/>
              </a:ext>
            </a:extLst>
          </p:cNvPr>
          <p:cNvSpPr/>
          <p:nvPr/>
        </p:nvSpPr>
        <p:spPr>
          <a:xfrm>
            <a:off x="5064115" y="1465699"/>
            <a:ext cx="2775150" cy="1764033"/>
          </a:xfrm>
          <a:prstGeom prst="roundRect">
            <a:avLst>
              <a:gd name="adj" fmla="val 5757"/>
            </a:avLst>
          </a:prstGeom>
          <a:noFill/>
          <a:ln>
            <a:solidFill>
              <a:srgbClr val="4D003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 err="1"/>
          </a:p>
        </p:txBody>
      </p:sp>
      <p:cxnSp>
        <p:nvCxnSpPr>
          <p:cNvPr id="1107" name="Conector recto de flecha 1106">
            <a:extLst>
              <a:ext uri="{FF2B5EF4-FFF2-40B4-BE49-F238E27FC236}">
                <a16:creationId xmlns:a16="http://schemas.microsoft.com/office/drawing/2014/main" id="{CAF22AF4-D803-B19B-782D-9CEFA1F4F21D}"/>
              </a:ext>
            </a:extLst>
          </p:cNvPr>
          <p:cNvCxnSpPr>
            <a:cxnSpLocks/>
          </p:cNvCxnSpPr>
          <p:nvPr/>
        </p:nvCxnSpPr>
        <p:spPr>
          <a:xfrm>
            <a:off x="7972112" y="1930122"/>
            <a:ext cx="670360" cy="373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8" name="Rectángulo: esquinas redondeadas 1107">
            <a:extLst>
              <a:ext uri="{FF2B5EF4-FFF2-40B4-BE49-F238E27FC236}">
                <a16:creationId xmlns:a16="http://schemas.microsoft.com/office/drawing/2014/main" id="{A3EA39A5-5763-941D-1562-F77045CB0D3C}"/>
              </a:ext>
            </a:extLst>
          </p:cNvPr>
          <p:cNvSpPr/>
          <p:nvPr/>
        </p:nvSpPr>
        <p:spPr>
          <a:xfrm rot="5400000">
            <a:off x="5663506" y="2622906"/>
            <a:ext cx="1561496" cy="2775151"/>
          </a:xfrm>
          <a:prstGeom prst="roundRect">
            <a:avLst>
              <a:gd name="adj" fmla="val 8579"/>
            </a:avLst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/>
          </a:p>
        </p:txBody>
      </p:sp>
      <p:sp>
        <p:nvSpPr>
          <p:cNvPr id="1109" name="CuadroTexto 1108">
            <a:extLst>
              <a:ext uri="{FF2B5EF4-FFF2-40B4-BE49-F238E27FC236}">
                <a16:creationId xmlns:a16="http://schemas.microsoft.com/office/drawing/2014/main" id="{27555A9D-BA11-A923-A609-63DBF57658DF}"/>
              </a:ext>
            </a:extLst>
          </p:cNvPr>
          <p:cNvSpPr txBox="1"/>
          <p:nvPr/>
        </p:nvSpPr>
        <p:spPr>
          <a:xfrm>
            <a:off x="5203360" y="4812756"/>
            <a:ext cx="2381260" cy="343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/>
              <a:t>Dashboard </a:t>
            </a:r>
            <a:r>
              <a:rPr lang="en-US" b="1" err="1"/>
              <a:t>Analítico</a:t>
            </a:r>
            <a:endParaRPr lang="es-CO" b="1"/>
          </a:p>
        </p:txBody>
      </p:sp>
      <p:cxnSp>
        <p:nvCxnSpPr>
          <p:cNvPr id="1110" name="Conector recto de flecha 1109">
            <a:extLst>
              <a:ext uri="{FF2B5EF4-FFF2-40B4-BE49-F238E27FC236}">
                <a16:creationId xmlns:a16="http://schemas.microsoft.com/office/drawing/2014/main" id="{675B30E5-6B86-DF3C-2A23-532D253D3D80}"/>
              </a:ext>
            </a:extLst>
          </p:cNvPr>
          <p:cNvCxnSpPr>
            <a:cxnSpLocks/>
          </p:cNvCxnSpPr>
          <p:nvPr/>
        </p:nvCxnSpPr>
        <p:spPr>
          <a:xfrm>
            <a:off x="4158922" y="2875352"/>
            <a:ext cx="977441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2" name="Imagen 1121" descr="Icono&#10;&#10;El contenido generado por IA puede ser incorrecto.">
            <a:extLst>
              <a:ext uri="{FF2B5EF4-FFF2-40B4-BE49-F238E27FC236}">
                <a16:creationId xmlns:a16="http://schemas.microsoft.com/office/drawing/2014/main" id="{4051964F-B31D-B987-599F-B2886A3E12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3" r="14957"/>
          <a:stretch/>
        </p:blipFill>
        <p:spPr>
          <a:xfrm>
            <a:off x="874791" y="3737797"/>
            <a:ext cx="621640" cy="676555"/>
          </a:xfrm>
          <a:prstGeom prst="rect">
            <a:avLst/>
          </a:prstGeom>
        </p:spPr>
      </p:pic>
      <p:pic>
        <p:nvPicPr>
          <p:cNvPr id="1123" name="Imagen 1122">
            <a:extLst>
              <a:ext uri="{FF2B5EF4-FFF2-40B4-BE49-F238E27FC236}">
                <a16:creationId xmlns:a16="http://schemas.microsoft.com/office/drawing/2014/main" id="{A0C81E74-1657-A3B2-5818-280B51D807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9037" y="1836155"/>
            <a:ext cx="994267" cy="499363"/>
          </a:xfrm>
          <a:prstGeom prst="rect">
            <a:avLst/>
          </a:prstGeom>
        </p:spPr>
      </p:pic>
      <p:pic>
        <p:nvPicPr>
          <p:cNvPr id="1124" name="Imagen 1123">
            <a:extLst>
              <a:ext uri="{FF2B5EF4-FFF2-40B4-BE49-F238E27FC236}">
                <a16:creationId xmlns:a16="http://schemas.microsoft.com/office/drawing/2014/main" id="{1894FADE-8134-D844-7C6F-CE16F750B7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9092" y="2446146"/>
            <a:ext cx="541457" cy="570612"/>
          </a:xfrm>
          <a:prstGeom prst="rect">
            <a:avLst/>
          </a:prstGeom>
        </p:spPr>
      </p:pic>
      <p:sp>
        <p:nvSpPr>
          <p:cNvPr id="1125" name="CuadroTexto 1124">
            <a:extLst>
              <a:ext uri="{FF2B5EF4-FFF2-40B4-BE49-F238E27FC236}">
                <a16:creationId xmlns:a16="http://schemas.microsoft.com/office/drawing/2014/main" id="{9BEC549F-C882-810F-BADC-63E8F09F6E0A}"/>
              </a:ext>
            </a:extLst>
          </p:cNvPr>
          <p:cNvSpPr txBox="1"/>
          <p:nvPr/>
        </p:nvSpPr>
        <p:spPr>
          <a:xfrm>
            <a:off x="5148201" y="1546332"/>
            <a:ext cx="2633443" cy="343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/>
              <a:t>ETL de </a:t>
            </a:r>
            <a:r>
              <a:rPr lang="en-US" b="1" err="1"/>
              <a:t>Procesamiento</a:t>
            </a:r>
            <a:r>
              <a:rPr lang="en-US" b="1"/>
              <a:t> </a:t>
            </a:r>
            <a:endParaRPr lang="es-CO" b="1"/>
          </a:p>
        </p:txBody>
      </p:sp>
      <p:sp>
        <p:nvSpPr>
          <p:cNvPr id="1131" name="CuadroTexto 1130">
            <a:extLst>
              <a:ext uri="{FF2B5EF4-FFF2-40B4-BE49-F238E27FC236}">
                <a16:creationId xmlns:a16="http://schemas.microsoft.com/office/drawing/2014/main" id="{3F03F42E-C8F2-91BA-F4C0-A1A04B719D7B}"/>
              </a:ext>
            </a:extLst>
          </p:cNvPr>
          <p:cNvSpPr txBox="1"/>
          <p:nvPr/>
        </p:nvSpPr>
        <p:spPr>
          <a:xfrm>
            <a:off x="8993184" y="1469213"/>
            <a:ext cx="1255562" cy="4814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b="1"/>
              <a:t>DATOS HISTORICOS</a:t>
            </a:r>
            <a:endParaRPr lang="es-CO" sz="1400"/>
          </a:p>
        </p:txBody>
      </p:sp>
      <p:sp>
        <p:nvSpPr>
          <p:cNvPr id="1132" name="CuadroTexto 1131">
            <a:extLst>
              <a:ext uri="{FF2B5EF4-FFF2-40B4-BE49-F238E27FC236}">
                <a16:creationId xmlns:a16="http://schemas.microsoft.com/office/drawing/2014/main" id="{CD104911-2707-522A-3584-853C423C132B}"/>
              </a:ext>
            </a:extLst>
          </p:cNvPr>
          <p:cNvSpPr txBox="1"/>
          <p:nvPr/>
        </p:nvSpPr>
        <p:spPr>
          <a:xfrm>
            <a:off x="10437537" y="6183666"/>
            <a:ext cx="1319006" cy="313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 dirty="0"/>
              <a:t>AWS Cloud</a:t>
            </a:r>
            <a:endParaRPr lang="es-CO" sz="1600" b="1" dirty="0"/>
          </a:p>
        </p:txBody>
      </p:sp>
      <p:pic>
        <p:nvPicPr>
          <p:cNvPr id="1133" name="Picture 8" descr="Amazon Web Services">
            <a:extLst>
              <a:ext uri="{FF2B5EF4-FFF2-40B4-BE49-F238E27FC236}">
                <a16:creationId xmlns:a16="http://schemas.microsoft.com/office/drawing/2014/main" id="{CD23BA97-D540-7C16-159A-9C96119C8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549" y="6039215"/>
            <a:ext cx="466231" cy="46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0" name="CuadroTexto 1149">
            <a:extLst>
              <a:ext uri="{FF2B5EF4-FFF2-40B4-BE49-F238E27FC236}">
                <a16:creationId xmlns:a16="http://schemas.microsoft.com/office/drawing/2014/main" id="{591AE8B0-7A4C-2BBA-67C4-F285F5A18EC1}"/>
              </a:ext>
            </a:extLst>
          </p:cNvPr>
          <p:cNvSpPr txBox="1"/>
          <p:nvPr/>
        </p:nvSpPr>
        <p:spPr>
          <a:xfrm>
            <a:off x="482000" y="640087"/>
            <a:ext cx="1918199" cy="287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b="1" dirty="0"/>
              <a:t>Servicios de </a:t>
            </a:r>
            <a:r>
              <a:rPr lang="en-US" sz="1400" b="1" dirty="0" err="1"/>
              <a:t>soporte</a:t>
            </a:r>
            <a:endParaRPr lang="es-CO" sz="1400" b="1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D5038C63-CE8D-DFB2-C500-F29CED8DFE0F}"/>
              </a:ext>
            </a:extLst>
          </p:cNvPr>
          <p:cNvGrpSpPr/>
          <p:nvPr/>
        </p:nvGrpSpPr>
        <p:grpSpPr>
          <a:xfrm>
            <a:off x="528739" y="975655"/>
            <a:ext cx="1134510" cy="740437"/>
            <a:chOff x="1071141" y="900637"/>
            <a:chExt cx="1134510" cy="740437"/>
          </a:xfrm>
        </p:grpSpPr>
        <p:pic>
          <p:nvPicPr>
            <p:cNvPr id="1153" name="Imagen 1152">
              <a:extLst>
                <a:ext uri="{FF2B5EF4-FFF2-40B4-BE49-F238E27FC236}">
                  <a16:creationId xmlns:a16="http://schemas.microsoft.com/office/drawing/2014/main" id="{F2D149F2-3B44-6ACB-105B-5D0C5726A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49240" y="900637"/>
              <a:ext cx="356138" cy="362964"/>
            </a:xfrm>
            <a:prstGeom prst="rect">
              <a:avLst/>
            </a:prstGeom>
          </p:spPr>
        </p:pic>
        <p:sp>
          <p:nvSpPr>
            <p:cNvPr id="1156" name="CuadroTexto 1155">
              <a:extLst>
                <a:ext uri="{FF2B5EF4-FFF2-40B4-BE49-F238E27FC236}">
                  <a16:creationId xmlns:a16="http://schemas.microsoft.com/office/drawing/2014/main" id="{75FEB889-E058-0E56-C1F8-C5ED475A529D}"/>
                </a:ext>
              </a:extLst>
            </p:cNvPr>
            <p:cNvSpPr txBox="1"/>
            <p:nvPr/>
          </p:nvSpPr>
          <p:spPr>
            <a:xfrm>
              <a:off x="1071141" y="1270844"/>
              <a:ext cx="1134510" cy="3702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dirty="0"/>
                <a:t>AWS </a:t>
              </a:r>
            </a:p>
            <a:p>
              <a:pPr algn="ctr">
                <a:lnSpc>
                  <a:spcPct val="90000"/>
                </a:lnSpc>
              </a:pPr>
              <a:r>
                <a:rPr lang="en-US" sz="1000" b="1" dirty="0"/>
                <a:t>CloudFormation</a:t>
              </a:r>
              <a:endParaRPr lang="es-CO" sz="1000" b="1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E0A3FA09-19C0-737B-9069-5E0ED407D887}"/>
              </a:ext>
            </a:extLst>
          </p:cNvPr>
          <p:cNvGrpSpPr/>
          <p:nvPr/>
        </p:nvGrpSpPr>
        <p:grpSpPr>
          <a:xfrm>
            <a:off x="1601414" y="980828"/>
            <a:ext cx="660189" cy="755008"/>
            <a:chOff x="2028363" y="900637"/>
            <a:chExt cx="660189" cy="755008"/>
          </a:xfrm>
        </p:grpSpPr>
        <p:pic>
          <p:nvPicPr>
            <p:cNvPr id="1155" name="Imagen 1154">
              <a:extLst>
                <a:ext uri="{FF2B5EF4-FFF2-40B4-BE49-F238E27FC236}">
                  <a16:creationId xmlns:a16="http://schemas.microsoft.com/office/drawing/2014/main" id="{BD481D67-98BE-0FD2-6CCE-7805F3C0F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200352" y="900637"/>
              <a:ext cx="345676" cy="353393"/>
            </a:xfrm>
            <a:prstGeom prst="rect">
              <a:avLst/>
            </a:prstGeom>
          </p:spPr>
        </p:pic>
        <p:sp>
          <p:nvSpPr>
            <p:cNvPr id="1158" name="CuadroTexto 1157">
              <a:extLst>
                <a:ext uri="{FF2B5EF4-FFF2-40B4-BE49-F238E27FC236}">
                  <a16:creationId xmlns:a16="http://schemas.microsoft.com/office/drawing/2014/main" id="{33E98CCD-AA64-5FE7-3880-07A4CE558887}"/>
                </a:ext>
              </a:extLst>
            </p:cNvPr>
            <p:cNvSpPr txBox="1"/>
            <p:nvPr/>
          </p:nvSpPr>
          <p:spPr>
            <a:xfrm>
              <a:off x="2028363" y="1285415"/>
              <a:ext cx="660189" cy="3702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dirty="0"/>
                <a:t>AWS </a:t>
              </a:r>
            </a:p>
            <a:p>
              <a:pPr algn="ctr">
                <a:lnSpc>
                  <a:spcPct val="90000"/>
                </a:lnSpc>
              </a:pPr>
              <a:r>
                <a:rPr lang="en-US" sz="1000" b="1" dirty="0"/>
                <a:t>IAM</a:t>
              </a:r>
              <a:endParaRPr lang="es-CO" sz="1000" b="1" dirty="0"/>
            </a:p>
          </p:txBody>
        </p:sp>
      </p:grpSp>
      <p:cxnSp>
        <p:nvCxnSpPr>
          <p:cNvPr id="1216" name="Conector recto de flecha 1215">
            <a:extLst>
              <a:ext uri="{FF2B5EF4-FFF2-40B4-BE49-F238E27FC236}">
                <a16:creationId xmlns:a16="http://schemas.microsoft.com/office/drawing/2014/main" id="{3A899016-DD11-FBA7-B0AA-6E09E4FFC233}"/>
              </a:ext>
            </a:extLst>
          </p:cNvPr>
          <p:cNvCxnSpPr>
            <a:cxnSpLocks/>
          </p:cNvCxnSpPr>
          <p:nvPr/>
        </p:nvCxnSpPr>
        <p:spPr>
          <a:xfrm flipH="1">
            <a:off x="2704265" y="3347037"/>
            <a:ext cx="373173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" name="CuadroTexto 1218">
            <a:extLst>
              <a:ext uri="{FF2B5EF4-FFF2-40B4-BE49-F238E27FC236}">
                <a16:creationId xmlns:a16="http://schemas.microsoft.com/office/drawing/2014/main" id="{FBACD9D5-2CB3-D1D4-3D50-549289114647}"/>
              </a:ext>
            </a:extLst>
          </p:cNvPr>
          <p:cNvSpPr txBox="1"/>
          <p:nvPr/>
        </p:nvSpPr>
        <p:spPr>
          <a:xfrm>
            <a:off x="4059092" y="4285005"/>
            <a:ext cx="1046238" cy="591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CO" sz="1200" b="1"/>
              <a:t>Ingesta datos operativos</a:t>
            </a:r>
          </a:p>
        </p:txBody>
      </p:sp>
      <p:grpSp>
        <p:nvGrpSpPr>
          <p:cNvPr id="1224" name="Grupo 1223">
            <a:extLst>
              <a:ext uri="{FF2B5EF4-FFF2-40B4-BE49-F238E27FC236}">
                <a16:creationId xmlns:a16="http://schemas.microsoft.com/office/drawing/2014/main" id="{D763F4AF-6AFA-64E8-0B31-05188F65D3FE}"/>
              </a:ext>
            </a:extLst>
          </p:cNvPr>
          <p:cNvGrpSpPr/>
          <p:nvPr/>
        </p:nvGrpSpPr>
        <p:grpSpPr>
          <a:xfrm>
            <a:off x="377035" y="5334766"/>
            <a:ext cx="1194467" cy="975122"/>
            <a:chOff x="28554" y="1721527"/>
            <a:chExt cx="1684882" cy="1866529"/>
          </a:xfrm>
        </p:grpSpPr>
        <p:pic>
          <p:nvPicPr>
            <p:cNvPr id="1225" name="Gráfico 1224" descr="Documento con relleno sólido">
              <a:extLst>
                <a:ext uri="{FF2B5EF4-FFF2-40B4-BE49-F238E27FC236}">
                  <a16:creationId xmlns:a16="http://schemas.microsoft.com/office/drawing/2014/main" id="{317CA8C9-6A4B-B69A-41D5-0AAB2B262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34388" y="1721527"/>
              <a:ext cx="598846" cy="774273"/>
            </a:xfrm>
            <a:prstGeom prst="rect">
              <a:avLst/>
            </a:prstGeom>
          </p:spPr>
        </p:pic>
        <p:sp>
          <p:nvSpPr>
            <p:cNvPr id="1226" name="CuadroTexto 1225">
              <a:extLst>
                <a:ext uri="{FF2B5EF4-FFF2-40B4-BE49-F238E27FC236}">
                  <a16:creationId xmlns:a16="http://schemas.microsoft.com/office/drawing/2014/main" id="{64BBFA19-4FDC-1F81-3538-02208E7A2FB7}"/>
                </a:ext>
              </a:extLst>
            </p:cNvPr>
            <p:cNvSpPr txBox="1"/>
            <p:nvPr/>
          </p:nvSpPr>
          <p:spPr>
            <a:xfrm>
              <a:off x="28554" y="2480983"/>
              <a:ext cx="1684882" cy="1107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s-CO" sz="1050" i="1"/>
                <a:t>DATA TRANSMILENIO</a:t>
              </a:r>
              <a:br>
                <a:rPr lang="es-CO" sz="1400" i="1"/>
              </a:br>
              <a:endParaRPr lang="es-CO" sz="1400" i="1"/>
            </a:p>
          </p:txBody>
        </p:sp>
      </p:grpSp>
      <p:cxnSp>
        <p:nvCxnSpPr>
          <p:cNvPr id="1230" name="Conector recto de flecha 1229">
            <a:extLst>
              <a:ext uri="{FF2B5EF4-FFF2-40B4-BE49-F238E27FC236}">
                <a16:creationId xmlns:a16="http://schemas.microsoft.com/office/drawing/2014/main" id="{749BDF2D-AF01-F50D-F0C8-34C7AB0B821A}"/>
              </a:ext>
            </a:extLst>
          </p:cNvPr>
          <p:cNvCxnSpPr>
            <a:cxnSpLocks/>
          </p:cNvCxnSpPr>
          <p:nvPr/>
        </p:nvCxnSpPr>
        <p:spPr>
          <a:xfrm flipH="1">
            <a:off x="8042887" y="5301526"/>
            <a:ext cx="1015229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4" name="Picture 23" descr="TransMilenio">
            <a:extLst>
              <a:ext uri="{FF2B5EF4-FFF2-40B4-BE49-F238E27FC236}">
                <a16:creationId xmlns:a16="http://schemas.microsoft.com/office/drawing/2014/main" id="{5972CAAD-5C3D-F2E9-ACD8-3C80B5DBF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690" y="96154"/>
            <a:ext cx="349621" cy="34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5" name="Conector recto de flecha 1264">
            <a:extLst>
              <a:ext uri="{FF2B5EF4-FFF2-40B4-BE49-F238E27FC236}">
                <a16:creationId xmlns:a16="http://schemas.microsoft.com/office/drawing/2014/main" id="{6A731E79-61C8-319B-43C6-E7D605D80997}"/>
              </a:ext>
            </a:extLst>
          </p:cNvPr>
          <p:cNvCxnSpPr>
            <a:cxnSpLocks/>
          </p:cNvCxnSpPr>
          <p:nvPr/>
        </p:nvCxnSpPr>
        <p:spPr>
          <a:xfrm>
            <a:off x="1772868" y="5999074"/>
            <a:ext cx="1229802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7" name="Rectángulo: esquinas redondeadas 1266">
            <a:extLst>
              <a:ext uri="{FF2B5EF4-FFF2-40B4-BE49-F238E27FC236}">
                <a16:creationId xmlns:a16="http://schemas.microsoft.com/office/drawing/2014/main" id="{93E2ABE6-B936-AA68-C696-9E942AE57D29}"/>
              </a:ext>
            </a:extLst>
          </p:cNvPr>
          <p:cNvSpPr/>
          <p:nvPr/>
        </p:nvSpPr>
        <p:spPr>
          <a:xfrm rot="5400000">
            <a:off x="621883" y="1531894"/>
            <a:ext cx="3167537" cy="3821368"/>
          </a:xfrm>
          <a:prstGeom prst="roundRect">
            <a:avLst>
              <a:gd name="adj" fmla="val 8579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/>
          </a:p>
        </p:txBody>
      </p:sp>
      <p:sp>
        <p:nvSpPr>
          <p:cNvPr id="1269" name="CuadroTexto 1268">
            <a:extLst>
              <a:ext uri="{FF2B5EF4-FFF2-40B4-BE49-F238E27FC236}">
                <a16:creationId xmlns:a16="http://schemas.microsoft.com/office/drawing/2014/main" id="{C56A99D2-C02C-3A27-1C01-D49AAF209AD8}"/>
              </a:ext>
            </a:extLst>
          </p:cNvPr>
          <p:cNvSpPr txBox="1"/>
          <p:nvPr/>
        </p:nvSpPr>
        <p:spPr>
          <a:xfrm>
            <a:off x="7764709" y="2299159"/>
            <a:ext cx="1058716" cy="591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CO" sz="1200" b="1" dirty="0"/>
              <a:t>Ingesta datos histórico</a:t>
            </a:r>
          </a:p>
        </p:txBody>
      </p:sp>
      <p:sp>
        <p:nvSpPr>
          <p:cNvPr id="1274" name="Rectángulo: esquinas redondeadas 1273">
            <a:extLst>
              <a:ext uri="{FF2B5EF4-FFF2-40B4-BE49-F238E27FC236}">
                <a16:creationId xmlns:a16="http://schemas.microsoft.com/office/drawing/2014/main" id="{5F84FB4C-E0B4-9003-D9C8-3C2AF568571F}"/>
              </a:ext>
            </a:extLst>
          </p:cNvPr>
          <p:cNvSpPr/>
          <p:nvPr/>
        </p:nvSpPr>
        <p:spPr>
          <a:xfrm rot="5400000">
            <a:off x="1599755" y="3845535"/>
            <a:ext cx="1240424" cy="3821369"/>
          </a:xfrm>
          <a:prstGeom prst="roundRect">
            <a:avLst>
              <a:gd name="adj" fmla="val 18091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/>
          </a:p>
        </p:txBody>
      </p:sp>
      <p:sp>
        <p:nvSpPr>
          <p:cNvPr id="1275" name="CuadroTexto 1274">
            <a:extLst>
              <a:ext uri="{FF2B5EF4-FFF2-40B4-BE49-F238E27FC236}">
                <a16:creationId xmlns:a16="http://schemas.microsoft.com/office/drawing/2014/main" id="{B6B2D99F-37BD-6381-3A76-89B4AD68DDBF}"/>
              </a:ext>
            </a:extLst>
          </p:cNvPr>
          <p:cNvSpPr txBox="1"/>
          <p:nvPr/>
        </p:nvSpPr>
        <p:spPr>
          <a:xfrm>
            <a:off x="4124902" y="5841935"/>
            <a:ext cx="910570" cy="7581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CO" sz="1200" b="1"/>
              <a:t>Ingesta datos maestros</a:t>
            </a:r>
          </a:p>
          <a:p>
            <a:pPr algn="ctr">
              <a:lnSpc>
                <a:spcPct val="90000"/>
              </a:lnSpc>
            </a:pPr>
            <a:endParaRPr lang="es-CO" sz="1200" b="1"/>
          </a:p>
        </p:txBody>
      </p:sp>
      <p:sp>
        <p:nvSpPr>
          <p:cNvPr id="1298" name="Rectángulo: esquinas redondeadas 1297">
            <a:extLst>
              <a:ext uri="{FF2B5EF4-FFF2-40B4-BE49-F238E27FC236}">
                <a16:creationId xmlns:a16="http://schemas.microsoft.com/office/drawing/2014/main" id="{EEC4E466-8CE7-5329-4090-0BECDC3C42D7}"/>
              </a:ext>
            </a:extLst>
          </p:cNvPr>
          <p:cNvSpPr/>
          <p:nvPr/>
        </p:nvSpPr>
        <p:spPr>
          <a:xfrm rot="5400000">
            <a:off x="9351145" y="3870776"/>
            <a:ext cx="1866222" cy="2187992"/>
          </a:xfrm>
          <a:prstGeom prst="roundRect">
            <a:avLst>
              <a:gd name="adj" fmla="val 8579"/>
            </a:avLst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/>
          </a:p>
        </p:txBody>
      </p:sp>
      <p:sp>
        <p:nvSpPr>
          <p:cNvPr id="1302" name="CuadroTexto 1301">
            <a:extLst>
              <a:ext uri="{FF2B5EF4-FFF2-40B4-BE49-F238E27FC236}">
                <a16:creationId xmlns:a16="http://schemas.microsoft.com/office/drawing/2014/main" id="{B890A445-366C-4BF1-843D-89820C6D0571}"/>
              </a:ext>
            </a:extLst>
          </p:cNvPr>
          <p:cNvSpPr txBox="1"/>
          <p:nvPr/>
        </p:nvSpPr>
        <p:spPr>
          <a:xfrm>
            <a:off x="9058116" y="4178638"/>
            <a:ext cx="2381260" cy="343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/>
              <a:t>DB Columnar</a:t>
            </a:r>
            <a:endParaRPr lang="es-CO" b="1"/>
          </a:p>
        </p:txBody>
      </p:sp>
      <p:pic>
        <p:nvPicPr>
          <p:cNvPr id="1308" name="Imagen 1307">
            <a:extLst>
              <a:ext uri="{FF2B5EF4-FFF2-40B4-BE49-F238E27FC236}">
                <a16:creationId xmlns:a16="http://schemas.microsoft.com/office/drawing/2014/main" id="{9D3E7BB7-903D-753C-B233-D7655513461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6379" y="5313780"/>
            <a:ext cx="1012219" cy="618790"/>
          </a:xfrm>
          <a:prstGeom prst="rect">
            <a:avLst/>
          </a:prstGeom>
        </p:spPr>
      </p:pic>
      <p:pic>
        <p:nvPicPr>
          <p:cNvPr id="1030" name="Picture 6" descr="Qué es GitHub y por qué es útil en la actualidad 💻 | HACK A BOSS">
            <a:extLst>
              <a:ext uri="{FF2B5EF4-FFF2-40B4-BE49-F238E27FC236}">
                <a16:creationId xmlns:a16="http://schemas.microsoft.com/office/drawing/2014/main" id="{83F10BC3-76C9-5D2E-A91A-D499E5223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692" y="981798"/>
            <a:ext cx="783996" cy="52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295D083-30FA-3023-F244-7DF1D532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91" y="4018146"/>
            <a:ext cx="245953" cy="24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94DAFDA3-5084-A16B-2860-2D7CF153E13F}"/>
              </a:ext>
            </a:extLst>
          </p:cNvPr>
          <p:cNvGrpSpPr/>
          <p:nvPr/>
        </p:nvGrpSpPr>
        <p:grpSpPr>
          <a:xfrm>
            <a:off x="1646234" y="2007165"/>
            <a:ext cx="1217015" cy="779461"/>
            <a:chOff x="1582703" y="2073587"/>
            <a:chExt cx="1217015" cy="779461"/>
          </a:xfrm>
        </p:grpSpPr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28EBCC1B-857C-D94C-EDC8-5382A3562708}"/>
                </a:ext>
              </a:extLst>
            </p:cNvPr>
            <p:cNvSpPr txBox="1"/>
            <p:nvPr/>
          </p:nvSpPr>
          <p:spPr>
            <a:xfrm>
              <a:off x="1620342" y="2457923"/>
              <a:ext cx="1179376" cy="24564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00" b="1"/>
                <a:t>AWS Lambda</a:t>
              </a:r>
              <a:endParaRPr lang="es-CO" sz="1100" b="1"/>
            </a:p>
          </p:txBody>
        </p:sp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9935FB41-8075-8ED2-D9FC-331C56A702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3859" y="2073587"/>
              <a:ext cx="360598" cy="360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D78F05-DF9D-51F2-1BB8-F71279CCAA0B}"/>
                </a:ext>
              </a:extLst>
            </p:cNvPr>
            <p:cNvSpPr txBox="1"/>
            <p:nvPr/>
          </p:nvSpPr>
          <p:spPr>
            <a:xfrm>
              <a:off x="1582703" y="2635296"/>
              <a:ext cx="1164780" cy="21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s-CO" sz="900" i="1" err="1"/>
                <a:t>pug</a:t>
              </a:r>
              <a:r>
                <a:rPr lang="es-CO" sz="900" i="1"/>
                <a:t>-lambda-api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D9F0D8D-4423-D2FA-718A-423E6B9566C3}"/>
              </a:ext>
            </a:extLst>
          </p:cNvPr>
          <p:cNvGrpSpPr/>
          <p:nvPr/>
        </p:nvGrpSpPr>
        <p:grpSpPr>
          <a:xfrm>
            <a:off x="125301" y="2068794"/>
            <a:ext cx="1982289" cy="1081038"/>
            <a:chOff x="125301" y="2068794"/>
            <a:chExt cx="1982289" cy="1081038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9DBA9FF8-0EB9-E995-8DCD-89F0D1B28BC6}"/>
                </a:ext>
              </a:extLst>
            </p:cNvPr>
            <p:cNvGrpSpPr/>
            <p:nvPr/>
          </p:nvGrpSpPr>
          <p:grpSpPr>
            <a:xfrm>
              <a:off x="701484" y="2068794"/>
              <a:ext cx="781616" cy="926258"/>
              <a:chOff x="8165797" y="1681441"/>
              <a:chExt cx="1138361" cy="1604758"/>
            </a:xfrm>
          </p:grpSpPr>
          <p:pic>
            <p:nvPicPr>
              <p:cNvPr id="1032" name="Picture 8" descr="Trigger AWS Lambda Asynchronously from API Gateway - OddBlogger">
                <a:extLst>
                  <a:ext uri="{FF2B5EF4-FFF2-40B4-BE49-F238E27FC236}">
                    <a16:creationId xmlns:a16="http://schemas.microsoft.com/office/drawing/2014/main" id="{269950B2-0E47-BE39-9F31-6B9187A631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90684" y="1681441"/>
                <a:ext cx="701100" cy="844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22F090D-BD66-CEA0-0D16-2C901B6CD42B}"/>
                  </a:ext>
                </a:extLst>
              </p:cNvPr>
              <p:cNvSpPr txBox="1"/>
              <p:nvPr/>
            </p:nvSpPr>
            <p:spPr>
              <a:xfrm>
                <a:off x="8165797" y="2596667"/>
                <a:ext cx="1138361" cy="6895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100"/>
                  <a:t>AWS </a:t>
                </a:r>
                <a:r>
                  <a:rPr lang="en-US" sz="1100" b="1"/>
                  <a:t>API Gateway </a:t>
                </a:r>
                <a:endParaRPr lang="es-CO" sz="1100" b="1"/>
              </a:p>
            </p:txBody>
          </p: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62523173-DB33-1D5F-08AB-1C38734287AF}"/>
                </a:ext>
              </a:extLst>
            </p:cNvPr>
            <p:cNvSpPr txBox="1"/>
            <p:nvPr/>
          </p:nvSpPr>
          <p:spPr>
            <a:xfrm>
              <a:off x="125301" y="2932080"/>
              <a:ext cx="1982289" cy="21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s-CO" sz="900" i="1"/>
                <a:t>post- /</a:t>
              </a:r>
              <a:r>
                <a:rPr lang="es-CO" sz="900" i="1" err="1"/>
                <a:t>location</a:t>
              </a:r>
              <a:endParaRPr lang="es-CO" sz="900" i="1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EEB4D3B-BBF8-51A2-F985-3EF67A9E356B}"/>
              </a:ext>
            </a:extLst>
          </p:cNvPr>
          <p:cNvGrpSpPr/>
          <p:nvPr/>
        </p:nvGrpSpPr>
        <p:grpSpPr>
          <a:xfrm>
            <a:off x="1279649" y="3180835"/>
            <a:ext cx="1982289" cy="1068577"/>
            <a:chOff x="75212" y="2068794"/>
            <a:chExt cx="1982289" cy="1068577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044358F9-761B-2873-5384-CF39801EA1EF}"/>
                </a:ext>
              </a:extLst>
            </p:cNvPr>
            <p:cNvGrpSpPr/>
            <p:nvPr/>
          </p:nvGrpSpPr>
          <p:grpSpPr>
            <a:xfrm>
              <a:off x="701484" y="2068794"/>
              <a:ext cx="781616" cy="926258"/>
              <a:chOff x="8165797" y="1681441"/>
              <a:chExt cx="1138361" cy="1604758"/>
            </a:xfrm>
          </p:grpSpPr>
          <p:pic>
            <p:nvPicPr>
              <p:cNvPr id="20" name="Picture 8" descr="Trigger AWS Lambda Asynchronously from API Gateway - OddBlogger">
                <a:extLst>
                  <a:ext uri="{FF2B5EF4-FFF2-40B4-BE49-F238E27FC236}">
                    <a16:creationId xmlns:a16="http://schemas.microsoft.com/office/drawing/2014/main" id="{DB49791B-CD70-2764-17C2-A63B06905E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90684" y="1681441"/>
                <a:ext cx="701100" cy="844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576FF2E6-3D7C-4AB5-7EC5-0904D353BD5A}"/>
                  </a:ext>
                </a:extLst>
              </p:cNvPr>
              <p:cNvSpPr txBox="1"/>
              <p:nvPr/>
            </p:nvSpPr>
            <p:spPr>
              <a:xfrm>
                <a:off x="8165797" y="2596667"/>
                <a:ext cx="1138361" cy="6895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100"/>
                  <a:t>AWS </a:t>
                </a:r>
                <a:r>
                  <a:rPr lang="en-US" sz="1100" b="1"/>
                  <a:t>API Gateway </a:t>
                </a:r>
                <a:endParaRPr lang="es-CO" sz="1100" b="1"/>
              </a:p>
            </p:txBody>
          </p: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28185F-720E-EA91-591F-D5BD74B5259C}"/>
                </a:ext>
              </a:extLst>
            </p:cNvPr>
            <p:cNvSpPr txBox="1"/>
            <p:nvPr/>
          </p:nvSpPr>
          <p:spPr>
            <a:xfrm>
              <a:off x="75212" y="2919619"/>
              <a:ext cx="1982289" cy="217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s-CO" sz="900" i="1" err="1"/>
                <a:t>get</a:t>
              </a:r>
              <a:r>
                <a:rPr lang="es-CO" sz="900" i="1"/>
                <a:t>- /</a:t>
              </a:r>
              <a:r>
                <a:rPr lang="es-CO" sz="900" i="1" err="1"/>
                <a:t>location</a:t>
              </a:r>
              <a:endParaRPr lang="es-CO" sz="900" i="1"/>
            </a:p>
          </p:txBody>
        </p:sp>
      </p:grp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3CC8F3E-16B3-5149-942B-A545BDDDC0AC}"/>
              </a:ext>
            </a:extLst>
          </p:cNvPr>
          <p:cNvCxnSpPr>
            <a:cxnSpLocks/>
          </p:cNvCxnSpPr>
          <p:nvPr/>
        </p:nvCxnSpPr>
        <p:spPr>
          <a:xfrm>
            <a:off x="2635228" y="2192384"/>
            <a:ext cx="76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D6B1D91-3984-ABFE-8E6F-D48025BECF4A}"/>
              </a:ext>
            </a:extLst>
          </p:cNvPr>
          <p:cNvSpPr/>
          <p:nvPr/>
        </p:nvSpPr>
        <p:spPr>
          <a:xfrm rot="5400000">
            <a:off x="5697020" y="4157984"/>
            <a:ext cx="1508655" cy="2775151"/>
          </a:xfrm>
          <a:prstGeom prst="roundRect">
            <a:avLst>
              <a:gd name="adj" fmla="val 8579"/>
            </a:avLst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6134BC7-C8C2-9D88-35D8-B75BCF1500DA}"/>
              </a:ext>
            </a:extLst>
          </p:cNvPr>
          <p:cNvCxnSpPr>
            <a:cxnSpLocks/>
          </p:cNvCxnSpPr>
          <p:nvPr/>
        </p:nvCxnSpPr>
        <p:spPr>
          <a:xfrm>
            <a:off x="4248740" y="5665882"/>
            <a:ext cx="66289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upo 43">
            <a:extLst>
              <a:ext uri="{FF2B5EF4-FFF2-40B4-BE49-F238E27FC236}">
                <a16:creationId xmlns:a16="http://schemas.microsoft.com/office/drawing/2014/main" id="{0992A05A-7D94-C8D4-C990-ADA87856AB5F}"/>
              </a:ext>
            </a:extLst>
          </p:cNvPr>
          <p:cNvGrpSpPr/>
          <p:nvPr/>
        </p:nvGrpSpPr>
        <p:grpSpPr>
          <a:xfrm>
            <a:off x="2778326" y="4033295"/>
            <a:ext cx="1203835" cy="924609"/>
            <a:chOff x="1595883" y="2073587"/>
            <a:chExt cx="1203835" cy="924609"/>
          </a:xfrm>
        </p:grpSpPr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75CD3E33-BDB5-FC34-EA20-83E173DE9281}"/>
                </a:ext>
              </a:extLst>
            </p:cNvPr>
            <p:cNvSpPr txBox="1"/>
            <p:nvPr/>
          </p:nvSpPr>
          <p:spPr>
            <a:xfrm>
              <a:off x="1620342" y="2457923"/>
              <a:ext cx="1179376" cy="24564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00" b="1"/>
                <a:t>AWS Lambda</a:t>
              </a:r>
              <a:endParaRPr lang="es-CO" sz="1100" b="1"/>
            </a:p>
          </p:txBody>
        </p:sp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D44B44A4-8C50-86F3-D91A-8CF8939E15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3859" y="2073587"/>
              <a:ext cx="360598" cy="360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09D86B44-B0EB-2A03-4316-719E11ED4F05}"/>
                </a:ext>
              </a:extLst>
            </p:cNvPr>
            <p:cNvSpPr txBox="1"/>
            <p:nvPr/>
          </p:nvSpPr>
          <p:spPr>
            <a:xfrm>
              <a:off x="1595883" y="2655795"/>
              <a:ext cx="1164780" cy="342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s-CO" sz="900" i="1" err="1"/>
                <a:t>puj</a:t>
              </a:r>
              <a:r>
                <a:rPr lang="es-CO" sz="900" i="1"/>
                <a:t>-lambda-</a:t>
              </a:r>
              <a:r>
                <a:rPr lang="es-CO" sz="900" i="1" err="1"/>
                <a:t>getpositions</a:t>
              </a:r>
              <a:endParaRPr lang="es-CO" sz="900" i="1"/>
            </a:p>
          </p:txBody>
        </p:sp>
      </p:grp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80FAFA8C-B8F7-3982-B519-193B7D8923A0}"/>
              </a:ext>
            </a:extLst>
          </p:cNvPr>
          <p:cNvCxnSpPr>
            <a:cxnSpLocks/>
          </p:cNvCxnSpPr>
          <p:nvPr/>
        </p:nvCxnSpPr>
        <p:spPr>
          <a:xfrm flipV="1">
            <a:off x="2284891" y="4624664"/>
            <a:ext cx="522275" cy="660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DEF74B7-B03C-4F61-1FD9-5C28E500ED8E}"/>
              </a:ext>
            </a:extLst>
          </p:cNvPr>
          <p:cNvCxnSpPr>
            <a:cxnSpLocks/>
          </p:cNvCxnSpPr>
          <p:nvPr/>
        </p:nvCxnSpPr>
        <p:spPr>
          <a:xfrm flipV="1">
            <a:off x="2272670" y="4264099"/>
            <a:ext cx="2167" cy="367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3DBAFFC-1AF9-6E7F-BCAB-F1A66C66554C}"/>
              </a:ext>
            </a:extLst>
          </p:cNvPr>
          <p:cNvSpPr txBox="1"/>
          <p:nvPr/>
        </p:nvSpPr>
        <p:spPr>
          <a:xfrm>
            <a:off x="1903927" y="1848006"/>
            <a:ext cx="2633443" cy="287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400" b="1"/>
              <a:t>API REST</a:t>
            </a:r>
            <a:endParaRPr lang="es-CO" sz="1400" b="1"/>
          </a:p>
        </p:txBody>
      </p:sp>
      <p:sp>
        <p:nvSpPr>
          <p:cNvPr id="1027" name="CuadroTexto 1026">
            <a:extLst>
              <a:ext uri="{FF2B5EF4-FFF2-40B4-BE49-F238E27FC236}">
                <a16:creationId xmlns:a16="http://schemas.microsoft.com/office/drawing/2014/main" id="{C7B390A9-5275-9A3F-BC92-7E0100EBE2FD}"/>
              </a:ext>
            </a:extLst>
          </p:cNvPr>
          <p:cNvSpPr txBox="1"/>
          <p:nvPr/>
        </p:nvSpPr>
        <p:spPr>
          <a:xfrm>
            <a:off x="5274292" y="3238937"/>
            <a:ext cx="2381260" cy="343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/>
              <a:t>WEB </a:t>
            </a:r>
            <a:r>
              <a:rPr lang="en-US" b="1" dirty="0" err="1"/>
              <a:t>Operativo</a:t>
            </a:r>
            <a:endParaRPr lang="es-CO" b="1" dirty="0"/>
          </a:p>
        </p:txBody>
      </p:sp>
      <p:pic>
        <p:nvPicPr>
          <p:cNvPr id="27" name="Picture 8">
            <a:extLst>
              <a:ext uri="{FF2B5EF4-FFF2-40B4-BE49-F238E27FC236}">
                <a16:creationId xmlns:a16="http://schemas.microsoft.com/office/drawing/2014/main" id="{53B540AF-B93D-5FF7-0106-9C896474C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484" y="2771365"/>
            <a:ext cx="1131036" cy="42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DCE774-FD54-ECAB-A9A2-5093DAA6035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1976" y="3689859"/>
            <a:ext cx="1330201" cy="84686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340FCF3A-8E1C-AD30-AD0E-BA0772D3B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571" y="5334766"/>
            <a:ext cx="531816" cy="53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8D6E05F-71FD-DF7C-C2C0-8CB58E9AFBB8}"/>
              </a:ext>
            </a:extLst>
          </p:cNvPr>
          <p:cNvSpPr txBox="1"/>
          <p:nvPr/>
        </p:nvSpPr>
        <p:spPr>
          <a:xfrm>
            <a:off x="5113546" y="5935972"/>
            <a:ext cx="1313836" cy="2595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 err="1"/>
              <a:t>PowerBI</a:t>
            </a:r>
            <a:endParaRPr lang="es-CO" sz="1200" b="1" dirty="0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36E30CEA-4564-903A-B5FB-139FE7F400E5}"/>
              </a:ext>
            </a:extLst>
          </p:cNvPr>
          <p:cNvGrpSpPr/>
          <p:nvPr/>
        </p:nvGrpSpPr>
        <p:grpSpPr>
          <a:xfrm>
            <a:off x="2163217" y="962867"/>
            <a:ext cx="1128014" cy="841112"/>
            <a:chOff x="2487673" y="991230"/>
            <a:chExt cx="1128014" cy="841112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66CC733A-7E3B-E138-6B09-DAA07C057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867564" y="991230"/>
              <a:ext cx="359971" cy="369395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223B456E-1E65-C174-5473-E0A98600D410}"/>
                </a:ext>
              </a:extLst>
            </p:cNvPr>
            <p:cNvSpPr txBox="1"/>
            <p:nvPr/>
          </p:nvSpPr>
          <p:spPr>
            <a:xfrm>
              <a:off x="2487673" y="1323613"/>
              <a:ext cx="1128014" cy="5087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dirty="0"/>
                <a:t>AWS </a:t>
              </a:r>
            </a:p>
            <a:p>
              <a:pPr algn="ctr">
                <a:lnSpc>
                  <a:spcPct val="90000"/>
                </a:lnSpc>
              </a:pPr>
              <a:r>
                <a:rPr lang="en-US" sz="1000" b="1" dirty="0"/>
                <a:t>Secrets Manager</a:t>
              </a:r>
              <a:endParaRPr lang="es-CO" sz="1000" b="1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B422C4B-3218-3461-BAD7-A28A0401FE14}"/>
              </a:ext>
            </a:extLst>
          </p:cNvPr>
          <p:cNvGrpSpPr/>
          <p:nvPr/>
        </p:nvGrpSpPr>
        <p:grpSpPr>
          <a:xfrm>
            <a:off x="5224958" y="2061967"/>
            <a:ext cx="891477" cy="701573"/>
            <a:chOff x="8350092" y="3697385"/>
            <a:chExt cx="1446727" cy="1013457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16671A36-44CC-DFE7-4045-444E3E46FB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/>
            <a:srcRect b="27079"/>
            <a:stretch/>
          </p:blipFill>
          <p:spPr>
            <a:xfrm>
              <a:off x="8460126" y="3697385"/>
              <a:ext cx="1097336" cy="740918"/>
            </a:xfrm>
            <a:prstGeom prst="rect">
              <a:avLst/>
            </a:prstGeom>
          </p:spPr>
        </p:pic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1A174FA8-5D6B-2208-9854-9822257CD46B}"/>
                </a:ext>
              </a:extLst>
            </p:cNvPr>
            <p:cNvSpPr txBox="1"/>
            <p:nvPr/>
          </p:nvSpPr>
          <p:spPr>
            <a:xfrm>
              <a:off x="8350092" y="4426788"/>
              <a:ext cx="1446727" cy="2840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50" b="1" dirty="0"/>
                <a:t>Glue Crawler</a:t>
              </a:r>
              <a:endParaRPr lang="es-CO" sz="1050" b="1" dirty="0"/>
            </a:p>
          </p:txBody>
        </p:sp>
      </p:grpSp>
      <p:pic>
        <p:nvPicPr>
          <p:cNvPr id="31" name="Picture 16" descr="Group Icons | MyDraw">
            <a:extLst>
              <a:ext uri="{FF2B5EF4-FFF2-40B4-BE49-F238E27FC236}">
                <a16:creationId xmlns:a16="http://schemas.microsoft.com/office/drawing/2014/main" id="{523DBE81-E7DF-0BA5-D415-E82927DF6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612" y="613460"/>
            <a:ext cx="418856" cy="31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AFE73467-6ADA-FFD0-92A1-9597DB0E327F}"/>
              </a:ext>
            </a:extLst>
          </p:cNvPr>
          <p:cNvSpPr txBox="1"/>
          <p:nvPr/>
        </p:nvSpPr>
        <p:spPr>
          <a:xfrm>
            <a:off x="10951840" y="644803"/>
            <a:ext cx="1129998" cy="2862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CO" sz="1400" b="1" dirty="0">
                <a:solidFill>
                  <a:srgbClr val="248814"/>
                </a:solidFill>
              </a:rPr>
              <a:t>VPC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2B1B8B63-5181-FA77-AB75-09B996BD0CEF}"/>
              </a:ext>
            </a:extLst>
          </p:cNvPr>
          <p:cNvSpPr/>
          <p:nvPr/>
        </p:nvSpPr>
        <p:spPr>
          <a:xfrm>
            <a:off x="85725" y="613460"/>
            <a:ext cx="11924580" cy="6148385"/>
          </a:xfrm>
          <a:prstGeom prst="roundRect">
            <a:avLst>
              <a:gd name="adj" fmla="val 1164"/>
            </a:avLst>
          </a:prstGeom>
          <a:noFill/>
          <a:ln w="28575">
            <a:solidFill>
              <a:srgbClr val="248814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O" dirty="0"/>
          </a:p>
        </p:txBody>
      </p:sp>
      <p:pic>
        <p:nvPicPr>
          <p:cNvPr id="35" name="Picture 23" descr="TransMilenio">
            <a:extLst>
              <a:ext uri="{FF2B5EF4-FFF2-40B4-BE49-F238E27FC236}">
                <a16:creationId xmlns:a16="http://schemas.microsoft.com/office/drawing/2014/main" id="{062AA642-EC2F-CFF6-74B1-A2C1A4FC1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931" y="84479"/>
            <a:ext cx="349621" cy="34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AWS Cloud Resource | Region">
            <a:extLst>
              <a:ext uri="{FF2B5EF4-FFF2-40B4-BE49-F238E27FC236}">
                <a16:creationId xmlns:a16="http://schemas.microsoft.com/office/drawing/2014/main" id="{8626D8B8-659B-F536-AAC0-89A39EC99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7807" y="950811"/>
            <a:ext cx="307792" cy="32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946C977-7645-3CFD-DBAC-E27C1EB1313B}"/>
              </a:ext>
            </a:extLst>
          </p:cNvPr>
          <p:cNvSpPr txBox="1"/>
          <p:nvPr/>
        </p:nvSpPr>
        <p:spPr>
          <a:xfrm>
            <a:off x="10712784" y="1005705"/>
            <a:ext cx="1129998" cy="2862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CO" sz="1400" b="1" dirty="0">
                <a:solidFill>
                  <a:srgbClr val="003865"/>
                </a:solidFill>
              </a:rPr>
              <a:t>us-east-1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47522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90</Words>
  <Application>Microsoft Office PowerPoint</Application>
  <PresentationFormat>Panorámica</PresentationFormat>
  <Paragraphs>41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Proyecto TransMilenio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Rippe, Miguel (GJX)</dc:creator>
  <cp:lastModifiedBy>Rippe, Miguel (GJX)</cp:lastModifiedBy>
  <cp:revision>1</cp:revision>
  <dcterms:created xsi:type="dcterms:W3CDTF">2025-10-16T23:28:11Z</dcterms:created>
  <dcterms:modified xsi:type="dcterms:W3CDTF">2025-11-19T01:54:27Z</dcterms:modified>
</cp:coreProperties>
</file>